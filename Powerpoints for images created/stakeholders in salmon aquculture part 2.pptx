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194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75126" y="2081939"/>
            <a:ext cx="2752469" cy="2827461"/>
          </a:xfrm>
          <a:custGeom>
            <a:avLst/>
            <a:gdLst/>
            <a:ahLst/>
            <a:cxnLst/>
            <a:rect l="0" t="0" r="0" b="0"/>
            <a:pathLst>
              <a:path w="2752469" h="2827461">
                <a:moveTo>
                  <a:pt x="2597787" y="2036849"/>
                </a:moveTo>
                <a:cubicBezTo>
                  <a:pt x="2433589" y="2357530"/>
                  <a:pt x="2149882" y="2600790"/>
                  <a:pt x="1807899" y="2714126"/>
                </a:cubicBezTo>
                <a:cubicBezTo>
                  <a:pt x="1465916" y="2827461"/>
                  <a:pt x="1093082" y="2801784"/>
                  <a:pt x="769864" y="2642635"/>
                </a:cubicBezTo>
                <a:moveTo>
                  <a:pt x="816005" y="158370"/>
                </a:moveTo>
                <a:cubicBezTo>
                  <a:pt x="1137501" y="14645"/>
                  <a:pt x="1501943" y="0"/>
                  <a:pt x="1833935" y="117463"/>
                </a:cubicBezTo>
                <a:moveTo>
                  <a:pt x="206401" y="693440"/>
                </a:moveTo>
                <a:cubicBezTo>
                  <a:pt x="261474" y="603704"/>
                  <a:pt x="326690" y="520603"/>
                  <a:pt x="400763" y="445777"/>
                </a:cubicBezTo>
                <a:moveTo>
                  <a:pt x="6835" y="1504478"/>
                </a:moveTo>
                <a:cubicBezTo>
                  <a:pt x="0" y="1403972"/>
                  <a:pt x="4249" y="1303020"/>
                  <a:pt x="19508" y="1203445"/>
                </a:cubicBezTo>
                <a:moveTo>
                  <a:pt x="344086" y="2316062"/>
                </a:moveTo>
                <a:cubicBezTo>
                  <a:pt x="267330" y="2228502"/>
                  <a:pt x="202027" y="2131532"/>
                  <a:pt x="149754" y="2027485"/>
                </a:cubicBezTo>
                <a:moveTo>
                  <a:pt x="2299608" y="396005"/>
                </a:moveTo>
                <a:cubicBezTo>
                  <a:pt x="2394418" y="482237"/>
                  <a:pt x="2476683" y="581324"/>
                  <a:pt x="2544005" y="690377"/>
                </a:cubicBezTo>
                <a:moveTo>
                  <a:pt x="2733161" y="1205955"/>
                </a:moveTo>
                <a:cubicBezTo>
                  <a:pt x="2748564" y="1307728"/>
                  <a:pt x="2752469" y="1410912"/>
                  <a:pt x="2744803" y="1513558"/>
                </a:cubicBezTo>
              </a:path>
            </a:pathLst>
          </a:custGeom>
          <a:noFill/>
          <a:ln w="11342">
            <a:solidFill>
              <a:srgbClr val="002060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5093638" y="429861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 w="19050"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5093638" y="429861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13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7" name="Group 6"/>
          <p:cNvGrpSpPr/>
          <p:nvPr/>
        </p:nvGrpSpPr>
        <p:grpSpPr>
          <a:xfrm>
            <a:off x="5365864" y="4843063"/>
            <a:ext cx="839363" cy="567136"/>
            <a:chOff x="4446357" y="4400986"/>
            <a:chExt cx="839363" cy="567136"/>
          </a:xfrm>
        </p:grpSpPr>
        <p:sp>
          <p:nvSpPr>
            <p:cNvPr id="5" name="Rounded Rectangle 4"/>
            <p:cNvSpPr/>
            <p:nvPr/>
          </p:nvSpPr>
          <p:spPr>
            <a:xfrm>
              <a:off x="4446357" y="4400986"/>
              <a:ext cx="793992" cy="544451"/>
            </a:xfrm>
            <a:custGeom>
              <a:avLst/>
              <a:gdLst/>
              <a:ahLst/>
              <a:cxnLst/>
              <a:rect l="0" t="0" r="0" b="0"/>
              <a:pathLst>
                <a:path w="793992" h="544451">
                  <a:moveTo>
                    <a:pt x="0" y="0"/>
                  </a:moveTo>
                  <a:lnTo>
                    <a:pt x="0" y="393215"/>
                  </a:lnTo>
                  <a:cubicBezTo>
                    <a:pt x="0" y="476773"/>
                    <a:pt x="67678" y="544451"/>
                    <a:pt x="151236" y="544451"/>
                  </a:cubicBezTo>
                  <a:lnTo>
                    <a:pt x="793992" y="544451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240349" y="4922752"/>
              <a:ext cx="45371" cy="45370"/>
            </a:xfrm>
            <a:custGeom>
              <a:avLst/>
              <a:gdLst/>
              <a:ahLst/>
              <a:cxnLst/>
              <a:rect l="0" t="0" r="0" b="0"/>
              <a:pathLst>
                <a:path w="45371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1" y="35214"/>
                    <a:pt x="45371" y="22685"/>
                  </a:cubicBezTo>
                  <a:cubicBezTo>
                    <a:pt x="45371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551024" y="429861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92BD39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3551024" y="429861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 w="11342"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12" name="Group 11"/>
          <p:cNvGrpSpPr/>
          <p:nvPr/>
        </p:nvGrpSpPr>
        <p:grpSpPr>
          <a:xfrm>
            <a:off x="2983886" y="4843063"/>
            <a:ext cx="839363" cy="567136"/>
            <a:chOff x="2064379" y="4400986"/>
            <a:chExt cx="839363" cy="567136"/>
          </a:xfrm>
        </p:grpSpPr>
        <p:sp>
          <p:nvSpPr>
            <p:cNvPr id="10" name="Rounded Rectangle 9"/>
            <p:cNvSpPr/>
            <p:nvPr/>
          </p:nvSpPr>
          <p:spPr>
            <a:xfrm>
              <a:off x="2109750" y="4400986"/>
              <a:ext cx="793992" cy="544451"/>
            </a:xfrm>
            <a:custGeom>
              <a:avLst/>
              <a:gdLst/>
              <a:ahLst/>
              <a:cxnLst/>
              <a:rect l="0" t="0" r="0" b="0"/>
              <a:pathLst>
                <a:path w="793992" h="544451">
                  <a:moveTo>
                    <a:pt x="793992" y="0"/>
                  </a:moveTo>
                  <a:lnTo>
                    <a:pt x="793992" y="393215"/>
                  </a:lnTo>
                  <a:cubicBezTo>
                    <a:pt x="793992" y="476773"/>
                    <a:pt x="726313" y="544451"/>
                    <a:pt x="642755" y="544451"/>
                  </a:cubicBezTo>
                  <a:lnTo>
                    <a:pt x="0" y="544451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064379" y="4922752"/>
              <a:ext cx="45370" cy="45370"/>
            </a:xfrm>
            <a:custGeom>
              <a:avLst/>
              <a:gdLst/>
              <a:ahLst/>
              <a:cxnLst/>
              <a:rect l="0" t="0" r="0" b="0"/>
              <a:pathLst>
                <a:path w="45370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0" y="35214"/>
                    <a:pt x="45370" y="22685"/>
                  </a:cubicBezTo>
                  <a:cubicBezTo>
                    <a:pt x="45370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5638090" y="3572675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5638090" y="3572675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13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17" name="Group 16"/>
          <p:cNvGrpSpPr/>
          <p:nvPr/>
        </p:nvGrpSpPr>
        <p:grpSpPr>
          <a:xfrm>
            <a:off x="6182542" y="3844901"/>
            <a:ext cx="385652" cy="264663"/>
            <a:chOff x="5263035" y="3402824"/>
            <a:chExt cx="385652" cy="264663"/>
          </a:xfrm>
        </p:grpSpPr>
        <p:sp>
          <p:nvSpPr>
            <p:cNvPr id="15" name="Rounded Rectangle 14"/>
            <p:cNvSpPr/>
            <p:nvPr/>
          </p:nvSpPr>
          <p:spPr>
            <a:xfrm>
              <a:off x="5263035" y="3402824"/>
              <a:ext cx="362967" cy="219293"/>
            </a:xfrm>
            <a:custGeom>
              <a:avLst/>
              <a:gdLst/>
              <a:ahLst/>
              <a:cxnLst/>
              <a:rect l="0" t="0" r="0" b="0"/>
              <a:pathLst>
                <a:path w="362967" h="219293">
                  <a:moveTo>
                    <a:pt x="0" y="0"/>
                  </a:moveTo>
                  <a:lnTo>
                    <a:pt x="211731" y="0"/>
                  </a:lnTo>
                  <a:cubicBezTo>
                    <a:pt x="295289" y="0"/>
                    <a:pt x="362967" y="67678"/>
                    <a:pt x="362967" y="151236"/>
                  </a:cubicBezTo>
                  <a:lnTo>
                    <a:pt x="362967" y="219293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603317" y="3622117"/>
              <a:ext cx="45370" cy="45370"/>
            </a:xfrm>
            <a:custGeom>
              <a:avLst/>
              <a:gdLst/>
              <a:ahLst/>
              <a:cxnLst/>
              <a:rect l="0" t="0" r="0" b="0"/>
              <a:pathLst>
                <a:path w="45370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0" y="35214"/>
                    <a:pt x="45370" y="22685"/>
                  </a:cubicBezTo>
                  <a:cubicBezTo>
                    <a:pt x="45370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3097314" y="3572675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 w="19050">
            <a:solidFill>
              <a:srgbClr val="002060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3097314" y="3572675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1342"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22" name="Group 21"/>
          <p:cNvGrpSpPr/>
          <p:nvPr/>
        </p:nvGrpSpPr>
        <p:grpSpPr>
          <a:xfrm>
            <a:off x="2711660" y="3844901"/>
            <a:ext cx="385653" cy="264663"/>
            <a:chOff x="1792153" y="3402824"/>
            <a:chExt cx="385653" cy="264663"/>
          </a:xfrm>
        </p:grpSpPr>
        <p:sp>
          <p:nvSpPr>
            <p:cNvPr id="20" name="Rounded Rectangle 19"/>
            <p:cNvSpPr/>
            <p:nvPr/>
          </p:nvSpPr>
          <p:spPr>
            <a:xfrm>
              <a:off x="1814839" y="3402824"/>
              <a:ext cx="362967" cy="219293"/>
            </a:xfrm>
            <a:custGeom>
              <a:avLst/>
              <a:gdLst/>
              <a:ahLst/>
              <a:cxnLst/>
              <a:rect l="0" t="0" r="0" b="0"/>
              <a:pathLst>
                <a:path w="362967" h="219293">
                  <a:moveTo>
                    <a:pt x="362967" y="0"/>
                  </a:moveTo>
                  <a:lnTo>
                    <a:pt x="151236" y="0"/>
                  </a:lnTo>
                  <a:cubicBezTo>
                    <a:pt x="67678" y="0"/>
                    <a:pt x="0" y="67678"/>
                    <a:pt x="0" y="151236"/>
                  </a:cubicBezTo>
                  <a:lnTo>
                    <a:pt x="0" y="219293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792153" y="3622117"/>
              <a:ext cx="45370" cy="45370"/>
            </a:xfrm>
            <a:custGeom>
              <a:avLst/>
              <a:gdLst/>
              <a:ahLst/>
              <a:cxnLst/>
              <a:rect l="0" t="0" r="0" b="0"/>
              <a:pathLst>
                <a:path w="45370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0" y="35214"/>
                    <a:pt x="45370" y="22685"/>
                  </a:cubicBezTo>
                  <a:cubicBezTo>
                    <a:pt x="45370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5638090" y="2755997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E55753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Rounded Rectangle 23"/>
          <p:cNvSpPr/>
          <p:nvPr/>
        </p:nvSpPr>
        <p:spPr>
          <a:xfrm>
            <a:off x="5638090" y="2755997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27" name="Group 26"/>
          <p:cNvGrpSpPr/>
          <p:nvPr/>
        </p:nvGrpSpPr>
        <p:grpSpPr>
          <a:xfrm>
            <a:off x="6182542" y="2763559"/>
            <a:ext cx="385652" cy="264664"/>
            <a:chOff x="5263035" y="2321482"/>
            <a:chExt cx="385652" cy="264664"/>
          </a:xfrm>
        </p:grpSpPr>
        <p:sp>
          <p:nvSpPr>
            <p:cNvPr id="25" name="Rounded Rectangle 24"/>
            <p:cNvSpPr/>
            <p:nvPr/>
          </p:nvSpPr>
          <p:spPr>
            <a:xfrm>
              <a:off x="5263035" y="2366853"/>
              <a:ext cx="362967" cy="219293"/>
            </a:xfrm>
            <a:custGeom>
              <a:avLst/>
              <a:gdLst/>
              <a:ahLst/>
              <a:cxnLst/>
              <a:rect l="0" t="0" r="0" b="0"/>
              <a:pathLst>
                <a:path w="362967" h="219293">
                  <a:moveTo>
                    <a:pt x="0" y="219293"/>
                  </a:moveTo>
                  <a:lnTo>
                    <a:pt x="211731" y="219293"/>
                  </a:lnTo>
                  <a:cubicBezTo>
                    <a:pt x="295289" y="219293"/>
                    <a:pt x="362967" y="151614"/>
                    <a:pt x="362967" y="68056"/>
                  </a:cubicBezTo>
                  <a:lnTo>
                    <a:pt x="362967" y="0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603317" y="2321482"/>
              <a:ext cx="45370" cy="45370"/>
            </a:xfrm>
            <a:custGeom>
              <a:avLst/>
              <a:gdLst/>
              <a:ahLst/>
              <a:cxnLst/>
              <a:rect l="0" t="0" r="0" b="0"/>
              <a:pathLst>
                <a:path w="45370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0" y="35214"/>
                    <a:pt x="45370" y="22685"/>
                  </a:cubicBezTo>
                  <a:cubicBezTo>
                    <a:pt x="45370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3097314" y="2755997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Rounded Rectangle 28"/>
          <p:cNvSpPr/>
          <p:nvPr/>
        </p:nvSpPr>
        <p:spPr>
          <a:xfrm>
            <a:off x="3097314" y="2755997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13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32" name="Group 31"/>
          <p:cNvGrpSpPr/>
          <p:nvPr/>
        </p:nvGrpSpPr>
        <p:grpSpPr>
          <a:xfrm>
            <a:off x="2711660" y="2759778"/>
            <a:ext cx="385653" cy="268445"/>
            <a:chOff x="1792153" y="2317701"/>
            <a:chExt cx="385653" cy="268445"/>
          </a:xfrm>
        </p:grpSpPr>
        <p:sp>
          <p:nvSpPr>
            <p:cNvPr id="30" name="Rounded Rectangle 29"/>
            <p:cNvSpPr/>
            <p:nvPr/>
          </p:nvSpPr>
          <p:spPr>
            <a:xfrm>
              <a:off x="1814839" y="2363072"/>
              <a:ext cx="362967" cy="223074"/>
            </a:xfrm>
            <a:custGeom>
              <a:avLst/>
              <a:gdLst/>
              <a:ahLst/>
              <a:cxnLst/>
              <a:rect l="0" t="0" r="0" b="0"/>
              <a:pathLst>
                <a:path w="362967" h="223074">
                  <a:moveTo>
                    <a:pt x="362967" y="223074"/>
                  </a:moveTo>
                  <a:lnTo>
                    <a:pt x="151236" y="223074"/>
                  </a:lnTo>
                  <a:cubicBezTo>
                    <a:pt x="67678" y="223074"/>
                    <a:pt x="0" y="155395"/>
                    <a:pt x="0" y="71837"/>
                  </a:cubicBezTo>
                  <a:lnTo>
                    <a:pt x="0" y="0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792153" y="2317701"/>
              <a:ext cx="45370" cy="45370"/>
            </a:xfrm>
            <a:custGeom>
              <a:avLst/>
              <a:gdLst/>
              <a:ahLst/>
              <a:cxnLst/>
              <a:rect l="0" t="0" r="0" b="0"/>
              <a:pathLst>
                <a:path w="45370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0" y="35214"/>
                    <a:pt x="45370" y="22685"/>
                  </a:cubicBezTo>
                  <a:cubicBezTo>
                    <a:pt x="45370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5093638" y="203006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Rounded Rectangle 33"/>
          <p:cNvSpPr/>
          <p:nvPr/>
        </p:nvSpPr>
        <p:spPr>
          <a:xfrm>
            <a:off x="5093638" y="203006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13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37" name="Group 36"/>
          <p:cNvGrpSpPr/>
          <p:nvPr/>
        </p:nvGrpSpPr>
        <p:grpSpPr>
          <a:xfrm>
            <a:off x="5365864" y="1462924"/>
            <a:ext cx="839363" cy="559575"/>
            <a:chOff x="4446357" y="1020847"/>
            <a:chExt cx="839363" cy="559575"/>
          </a:xfrm>
        </p:grpSpPr>
        <p:sp>
          <p:nvSpPr>
            <p:cNvPr id="35" name="Rounded Rectangle 34"/>
            <p:cNvSpPr/>
            <p:nvPr/>
          </p:nvSpPr>
          <p:spPr>
            <a:xfrm>
              <a:off x="4446357" y="1043532"/>
              <a:ext cx="793992" cy="536890"/>
            </a:xfrm>
            <a:custGeom>
              <a:avLst/>
              <a:gdLst/>
              <a:ahLst/>
              <a:cxnLst/>
              <a:rect l="0" t="0" r="0" b="0"/>
              <a:pathLst>
                <a:path w="793992" h="536890">
                  <a:moveTo>
                    <a:pt x="0" y="536890"/>
                  </a:moveTo>
                  <a:lnTo>
                    <a:pt x="0" y="151236"/>
                  </a:lnTo>
                  <a:cubicBezTo>
                    <a:pt x="0" y="67678"/>
                    <a:pt x="67678" y="0"/>
                    <a:pt x="151236" y="0"/>
                  </a:cubicBezTo>
                  <a:lnTo>
                    <a:pt x="793992" y="0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240349" y="1020847"/>
              <a:ext cx="45371" cy="45370"/>
            </a:xfrm>
            <a:custGeom>
              <a:avLst/>
              <a:gdLst/>
              <a:ahLst/>
              <a:cxnLst/>
              <a:rect l="0" t="0" r="0" b="0"/>
              <a:pathLst>
                <a:path w="45371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1" y="35214"/>
                    <a:pt x="45371" y="22685"/>
                  </a:cubicBezTo>
                  <a:cubicBezTo>
                    <a:pt x="45371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3551024" y="203006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cubicBezTo>
                  <a:pt x="272225" y="0"/>
                  <a:pt x="544451" y="0"/>
                  <a:pt x="544451" y="272225"/>
                </a:cubicBezTo>
                <a:cubicBezTo>
                  <a:pt x="544451" y="272225"/>
                  <a:pt x="544451" y="544451"/>
                  <a:pt x="272225" y="544451"/>
                </a:cubicBezTo>
                <a:cubicBezTo>
                  <a:pt x="272225" y="544451"/>
                  <a:pt x="0" y="544451"/>
                  <a:pt x="0" y="272225"/>
                </a:cubicBezTo>
                <a:cubicBezTo>
                  <a:pt x="0" y="272225"/>
                  <a:pt x="0" y="0"/>
                  <a:pt x="272225" y="0"/>
                </a:cubicBezTo>
              </a:path>
            </a:pathLst>
          </a:cu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9" name="Rounded Rectangle 38"/>
          <p:cNvSpPr/>
          <p:nvPr/>
        </p:nvSpPr>
        <p:spPr>
          <a:xfrm>
            <a:off x="3551024" y="2030061"/>
            <a:ext cx="544451" cy="544451"/>
          </a:xfrm>
          <a:custGeom>
            <a:avLst/>
            <a:gdLst/>
            <a:ahLst/>
            <a:cxnLst/>
            <a:rect l="0" t="0" r="0" b="0"/>
            <a:pathLst>
              <a:path w="544451" h="544451">
                <a:moveTo>
                  <a:pt x="272225" y="0"/>
                </a:moveTo>
                <a:lnTo>
                  <a:pt x="272225" y="0"/>
                </a:lnTo>
                <a:cubicBezTo>
                  <a:pt x="272225" y="0"/>
                  <a:pt x="544451" y="0"/>
                  <a:pt x="544451" y="272225"/>
                </a:cubicBezTo>
                <a:lnTo>
                  <a:pt x="544451" y="272225"/>
                </a:lnTo>
                <a:cubicBezTo>
                  <a:pt x="544451" y="272225"/>
                  <a:pt x="544451" y="544451"/>
                  <a:pt x="272225" y="544451"/>
                </a:cubicBezTo>
                <a:lnTo>
                  <a:pt x="272225" y="544451"/>
                </a:lnTo>
                <a:cubicBezTo>
                  <a:pt x="272225" y="544451"/>
                  <a:pt x="0" y="544451"/>
                  <a:pt x="0" y="272225"/>
                </a:cubicBezTo>
                <a:lnTo>
                  <a:pt x="0" y="272225"/>
                </a:lnTo>
                <a:cubicBezTo>
                  <a:pt x="0" y="272225"/>
                  <a:pt x="0" y="0"/>
                  <a:pt x="272225" y="0"/>
                </a:cubicBezTo>
              </a:path>
            </a:pathLst>
          </a:custGeom>
          <a:noFill/>
          <a:ln w="1134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42" name="Group 41"/>
          <p:cNvGrpSpPr/>
          <p:nvPr/>
        </p:nvGrpSpPr>
        <p:grpSpPr>
          <a:xfrm>
            <a:off x="2983886" y="1462924"/>
            <a:ext cx="839363" cy="567136"/>
            <a:chOff x="2064379" y="1020847"/>
            <a:chExt cx="839363" cy="567136"/>
          </a:xfrm>
        </p:grpSpPr>
        <p:sp>
          <p:nvSpPr>
            <p:cNvPr id="40" name="Rounded Rectangle 39"/>
            <p:cNvSpPr/>
            <p:nvPr/>
          </p:nvSpPr>
          <p:spPr>
            <a:xfrm>
              <a:off x="2109750" y="1043532"/>
              <a:ext cx="793992" cy="544451"/>
            </a:xfrm>
            <a:custGeom>
              <a:avLst/>
              <a:gdLst/>
              <a:ahLst/>
              <a:cxnLst/>
              <a:rect l="0" t="0" r="0" b="0"/>
              <a:pathLst>
                <a:path w="793992" h="544451">
                  <a:moveTo>
                    <a:pt x="793992" y="544451"/>
                  </a:moveTo>
                  <a:lnTo>
                    <a:pt x="793992" y="151236"/>
                  </a:lnTo>
                  <a:cubicBezTo>
                    <a:pt x="793992" y="67678"/>
                    <a:pt x="726313" y="0"/>
                    <a:pt x="642755" y="0"/>
                  </a:cubicBezTo>
                  <a:lnTo>
                    <a:pt x="0" y="0"/>
                  </a:lnTo>
                </a:path>
              </a:pathLst>
            </a:custGeom>
            <a:noFill/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064379" y="1020847"/>
              <a:ext cx="45370" cy="45370"/>
            </a:xfrm>
            <a:custGeom>
              <a:avLst/>
              <a:gdLst/>
              <a:ahLst/>
              <a:cxnLst/>
              <a:rect l="0" t="0" r="0" b="0"/>
              <a:pathLst>
                <a:path w="45370" h="45370">
                  <a:moveTo>
                    <a:pt x="0" y="22685"/>
                  </a:moveTo>
                  <a:cubicBezTo>
                    <a:pt x="0" y="35214"/>
                    <a:pt x="10156" y="45370"/>
                    <a:pt x="22685" y="45370"/>
                  </a:cubicBezTo>
                  <a:cubicBezTo>
                    <a:pt x="35214" y="45370"/>
                    <a:pt x="45370" y="35214"/>
                    <a:pt x="45370" y="22685"/>
                  </a:cubicBezTo>
                  <a:cubicBezTo>
                    <a:pt x="45370" y="10156"/>
                    <a:pt x="35214" y="0"/>
                    <a:pt x="22685" y="0"/>
                  </a:cubicBezTo>
                  <a:cubicBezTo>
                    <a:pt x="10156" y="0"/>
                    <a:pt x="0" y="10156"/>
                    <a:pt x="0" y="22685"/>
                  </a:cubicBezTo>
                  <a:close/>
                </a:path>
              </a:pathLst>
            </a:custGeom>
            <a:solidFill>
              <a:srgbClr val="FFFFFF"/>
            </a:solidFill>
            <a:ln w="11342"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288407" y="5761824"/>
            <a:ext cx="1850658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Roboto"/>
              </a:rPr>
              <a:t>The end-users and sellers of salmon products.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1223" y="2710626"/>
            <a:ext cx="1077219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latin typeface="Roboto"/>
              </a:rPr>
              <a:t>Indigenous &amp;
Coastal
Communities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1375" y="2710626"/>
            <a:ext cx="116698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latin typeface="Roboto"/>
              </a:rPr>
              <a:t>Environmental
Organizations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1375" y="3152396"/>
            <a:ext cx="2017019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Organizations monitoring environmental impacts of aquaculture.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933" y="3360806"/>
            <a:ext cx="2676718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Roboto"/>
              </a:rPr>
              <a:t>The local populations who are directly impacted by aquaculture</a:t>
            </a:r>
            <a:endParaRPr sz="1400" b="0" dirty="0">
              <a:latin typeface="Roboto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88056" y="2846739"/>
            <a:ext cx="376127" cy="350194"/>
          </a:xfrm>
          <a:custGeom>
            <a:avLst/>
            <a:gdLst/>
            <a:ahLst/>
            <a:cxnLst/>
            <a:rect l="0" t="0" r="0" b="0"/>
            <a:pathLst>
              <a:path w="376127" h="350194">
                <a:moveTo>
                  <a:pt x="12760" y="350194"/>
                </a:moveTo>
                <a:cubicBezTo>
                  <a:pt x="34959" y="350194"/>
                  <a:pt x="55678" y="338198"/>
                  <a:pt x="68997" y="321703"/>
                </a:cubicBezTo>
                <a:cubicBezTo>
                  <a:pt x="82317" y="338198"/>
                  <a:pt x="101556" y="350194"/>
                  <a:pt x="125234" y="350194"/>
                </a:cubicBezTo>
                <a:cubicBezTo>
                  <a:pt x="148913" y="350194"/>
                  <a:pt x="168152" y="338198"/>
                  <a:pt x="181471" y="321703"/>
                </a:cubicBezTo>
                <a:cubicBezTo>
                  <a:pt x="194791" y="338198"/>
                  <a:pt x="214030" y="350194"/>
                  <a:pt x="237709" y="350194"/>
                </a:cubicBezTo>
                <a:cubicBezTo>
                  <a:pt x="261388" y="350194"/>
                  <a:pt x="280627" y="338198"/>
                  <a:pt x="293946" y="321703"/>
                </a:cubicBezTo>
                <a:cubicBezTo>
                  <a:pt x="307265" y="338198"/>
                  <a:pt x="326504" y="350194"/>
                  <a:pt x="350183" y="350194"/>
                </a:cubicBezTo>
                <a:moveTo>
                  <a:pt x="94191" y="189732"/>
                </a:moveTo>
                <a:cubicBezTo>
                  <a:pt x="100190" y="203228"/>
                  <a:pt x="118186" y="227223"/>
                  <a:pt x="151178" y="227223"/>
                </a:cubicBezTo>
                <a:lnTo>
                  <a:pt x="286147" y="227223"/>
                </a:lnTo>
                <a:cubicBezTo>
                  <a:pt x="286147" y="227223"/>
                  <a:pt x="338635" y="227223"/>
                  <a:pt x="338635" y="174735"/>
                </a:cubicBezTo>
                <a:cubicBezTo>
                  <a:pt x="338635" y="174735"/>
                  <a:pt x="376127" y="234722"/>
                  <a:pt x="316140" y="287208"/>
                </a:cubicBezTo>
                <a:moveTo>
                  <a:pt x="274517" y="143242"/>
                </a:moveTo>
                <a:cubicBezTo>
                  <a:pt x="286941" y="143242"/>
                  <a:pt x="297012" y="133171"/>
                  <a:pt x="297012" y="120747"/>
                </a:cubicBezTo>
                <a:cubicBezTo>
                  <a:pt x="297012" y="108324"/>
                  <a:pt x="286941" y="98253"/>
                  <a:pt x="274517" y="98253"/>
                </a:cubicBezTo>
                <a:cubicBezTo>
                  <a:pt x="262093" y="98253"/>
                  <a:pt x="252022" y="108324"/>
                  <a:pt x="252022" y="120747"/>
                </a:cubicBezTo>
                <a:cubicBezTo>
                  <a:pt x="252022" y="133171"/>
                  <a:pt x="262093" y="143242"/>
                  <a:pt x="274517" y="143242"/>
                </a:cubicBezTo>
                <a:close/>
                <a:moveTo>
                  <a:pt x="247522" y="177734"/>
                </a:moveTo>
                <a:cubicBezTo>
                  <a:pt x="247522" y="162738"/>
                  <a:pt x="259520" y="150740"/>
                  <a:pt x="274517" y="150740"/>
                </a:cubicBezTo>
                <a:cubicBezTo>
                  <a:pt x="289513" y="150740"/>
                  <a:pt x="301509" y="162738"/>
                  <a:pt x="301509" y="177734"/>
                </a:cubicBezTo>
                <a:moveTo>
                  <a:pt x="98829" y="114749"/>
                </a:moveTo>
                <a:cubicBezTo>
                  <a:pt x="98829" y="131245"/>
                  <a:pt x="85332" y="144742"/>
                  <a:pt x="68836" y="144742"/>
                </a:cubicBezTo>
                <a:lnTo>
                  <a:pt x="61338" y="144742"/>
                </a:lnTo>
                <a:cubicBezTo>
                  <a:pt x="49340" y="144742"/>
                  <a:pt x="38843" y="155239"/>
                  <a:pt x="38843" y="167237"/>
                </a:cubicBezTo>
                <a:lnTo>
                  <a:pt x="28345" y="167237"/>
                </a:lnTo>
                <a:cubicBezTo>
                  <a:pt x="23846" y="167237"/>
                  <a:pt x="19347" y="168737"/>
                  <a:pt x="16348" y="173235"/>
                </a:cubicBezTo>
                <a:cubicBezTo>
                  <a:pt x="13349" y="176236"/>
                  <a:pt x="11849" y="180735"/>
                  <a:pt x="13349" y="185234"/>
                </a:cubicBezTo>
                <a:lnTo>
                  <a:pt x="16348" y="207729"/>
                </a:lnTo>
                <a:cubicBezTo>
                  <a:pt x="17848" y="215227"/>
                  <a:pt x="23846" y="219725"/>
                  <a:pt x="31345" y="219725"/>
                </a:cubicBezTo>
                <a:lnTo>
                  <a:pt x="55339" y="219725"/>
                </a:lnTo>
                <a:cubicBezTo>
                  <a:pt x="55339" y="219725"/>
                  <a:pt x="62837" y="264715"/>
                  <a:pt x="92830" y="287208"/>
                </a:cubicBezTo>
                <a:moveTo>
                  <a:pt x="290220" y="63760"/>
                </a:moveTo>
                <a:lnTo>
                  <a:pt x="290220" y="12773"/>
                </a:lnTo>
                <a:lnTo>
                  <a:pt x="350206" y="12773"/>
                </a:lnTo>
                <a:lnTo>
                  <a:pt x="350206" y="63760"/>
                </a:lnTo>
                <a:close/>
                <a:moveTo>
                  <a:pt x="290220" y="104252"/>
                </a:moveTo>
                <a:lnTo>
                  <a:pt x="290220" y="32221"/>
                </a:lnTo>
                <a:moveTo>
                  <a:pt x="166541" y="143242"/>
                </a:moveTo>
                <a:cubicBezTo>
                  <a:pt x="178964" y="143242"/>
                  <a:pt x="189036" y="133171"/>
                  <a:pt x="189036" y="120747"/>
                </a:cubicBezTo>
                <a:cubicBezTo>
                  <a:pt x="189036" y="108324"/>
                  <a:pt x="178964" y="98253"/>
                  <a:pt x="166541" y="98253"/>
                </a:cubicBezTo>
                <a:cubicBezTo>
                  <a:pt x="154117" y="98253"/>
                  <a:pt x="144046" y="108324"/>
                  <a:pt x="144046" y="120747"/>
                </a:cubicBezTo>
                <a:cubicBezTo>
                  <a:pt x="144046" y="133171"/>
                  <a:pt x="154117" y="143242"/>
                  <a:pt x="166541" y="143242"/>
                </a:cubicBezTo>
                <a:close/>
                <a:moveTo>
                  <a:pt x="139547" y="177734"/>
                </a:moveTo>
                <a:cubicBezTo>
                  <a:pt x="139547" y="162738"/>
                  <a:pt x="151545" y="150740"/>
                  <a:pt x="166541" y="150740"/>
                </a:cubicBezTo>
                <a:cubicBezTo>
                  <a:pt x="181538" y="150740"/>
                  <a:pt x="193536" y="162738"/>
                  <a:pt x="193536" y="177734"/>
                </a:cubicBezTo>
                <a:moveTo>
                  <a:pt x="183038" y="63760"/>
                </a:moveTo>
                <a:lnTo>
                  <a:pt x="183038" y="12773"/>
                </a:lnTo>
                <a:lnTo>
                  <a:pt x="243023" y="12773"/>
                </a:lnTo>
                <a:lnTo>
                  <a:pt x="243023" y="63760"/>
                </a:lnTo>
                <a:close/>
                <a:moveTo>
                  <a:pt x="183038" y="104252"/>
                </a:moveTo>
                <a:lnTo>
                  <a:pt x="183038" y="12773"/>
                </a:lnTo>
                <a:moveTo>
                  <a:pt x="0" y="0"/>
                </a:moveTo>
                <a:moveTo>
                  <a:pt x="187536" y="279710"/>
                </a:moveTo>
                <a:lnTo>
                  <a:pt x="157543" y="227223"/>
                </a:lnTo>
                <a:moveTo>
                  <a:pt x="0" y="0"/>
                </a:moveTo>
                <a:moveTo>
                  <a:pt x="262519" y="279710"/>
                </a:moveTo>
                <a:lnTo>
                  <a:pt x="232526" y="227223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9" name="Rounded Rectangle 48"/>
          <p:cNvSpPr/>
          <p:nvPr/>
        </p:nvSpPr>
        <p:spPr>
          <a:xfrm>
            <a:off x="3195618" y="3686102"/>
            <a:ext cx="347844" cy="317596"/>
          </a:xfrm>
          <a:custGeom>
            <a:avLst/>
            <a:gdLst/>
            <a:ahLst/>
            <a:cxnLst/>
            <a:rect l="0" t="0" r="0" b="0"/>
            <a:pathLst>
              <a:path w="347844" h="317596">
                <a:moveTo>
                  <a:pt x="272225" y="287349"/>
                </a:moveTo>
                <a:lnTo>
                  <a:pt x="332720" y="287349"/>
                </a:lnTo>
                <a:cubicBezTo>
                  <a:pt x="341073" y="287349"/>
                  <a:pt x="347844" y="280578"/>
                  <a:pt x="347844" y="272225"/>
                </a:cubicBezTo>
                <a:lnTo>
                  <a:pt x="347844" y="168719"/>
                </a:lnTo>
                <a:cubicBezTo>
                  <a:pt x="347844" y="142358"/>
                  <a:pt x="326474" y="120989"/>
                  <a:pt x="300113" y="120989"/>
                </a:cubicBezTo>
                <a:lnTo>
                  <a:pt x="211731" y="120989"/>
                </a:lnTo>
                <a:cubicBezTo>
                  <a:pt x="203378" y="120989"/>
                  <a:pt x="196607" y="127760"/>
                  <a:pt x="196607" y="136112"/>
                </a:cubicBezTo>
                <a:lnTo>
                  <a:pt x="196607" y="226854"/>
                </a:lnTo>
                <a:lnTo>
                  <a:pt x="15123" y="226854"/>
                </a:lnTo>
                <a:cubicBezTo>
                  <a:pt x="6771" y="226854"/>
                  <a:pt x="0" y="233626"/>
                  <a:pt x="0" y="241978"/>
                </a:cubicBezTo>
                <a:lnTo>
                  <a:pt x="0" y="272225"/>
                </a:lnTo>
                <a:cubicBezTo>
                  <a:pt x="0" y="280578"/>
                  <a:pt x="6771" y="287349"/>
                  <a:pt x="15123" y="287349"/>
                </a:cubicBezTo>
                <a:lnTo>
                  <a:pt x="37809" y="287349"/>
                </a:lnTo>
                <a:moveTo>
                  <a:pt x="37809" y="287349"/>
                </a:moveTo>
                <a:cubicBezTo>
                  <a:pt x="37809" y="304054"/>
                  <a:pt x="51351" y="317596"/>
                  <a:pt x="68056" y="317596"/>
                </a:cubicBezTo>
                <a:cubicBezTo>
                  <a:pt x="84761" y="317596"/>
                  <a:pt x="98303" y="304054"/>
                  <a:pt x="98303" y="287349"/>
                </a:cubicBezTo>
                <a:cubicBezTo>
                  <a:pt x="98303" y="270644"/>
                  <a:pt x="84761" y="257102"/>
                  <a:pt x="68056" y="257102"/>
                </a:cubicBezTo>
                <a:cubicBezTo>
                  <a:pt x="51351" y="257102"/>
                  <a:pt x="37809" y="270644"/>
                  <a:pt x="37809" y="287349"/>
                </a:cubicBezTo>
                <a:close/>
                <a:moveTo>
                  <a:pt x="211731" y="287349"/>
                </a:moveTo>
                <a:cubicBezTo>
                  <a:pt x="211731" y="304054"/>
                  <a:pt x="225273" y="317596"/>
                  <a:pt x="241978" y="317596"/>
                </a:cubicBezTo>
                <a:cubicBezTo>
                  <a:pt x="258683" y="317596"/>
                  <a:pt x="272225" y="304054"/>
                  <a:pt x="272225" y="287349"/>
                </a:cubicBezTo>
                <a:cubicBezTo>
                  <a:pt x="272225" y="270644"/>
                  <a:pt x="258683" y="257102"/>
                  <a:pt x="241978" y="257102"/>
                </a:cubicBezTo>
                <a:cubicBezTo>
                  <a:pt x="225273" y="257102"/>
                  <a:pt x="211731" y="270644"/>
                  <a:pt x="211731" y="287349"/>
                </a:cubicBezTo>
                <a:close/>
                <a:moveTo>
                  <a:pt x="98303" y="287349"/>
                </a:moveTo>
                <a:lnTo>
                  <a:pt x="211731" y="287349"/>
                </a:lnTo>
                <a:moveTo>
                  <a:pt x="257102" y="120989"/>
                </a:moveTo>
                <a:lnTo>
                  <a:pt x="257102" y="196607"/>
                </a:lnTo>
                <a:cubicBezTo>
                  <a:pt x="257102" y="204960"/>
                  <a:pt x="263873" y="211731"/>
                  <a:pt x="272225" y="211731"/>
                </a:cubicBezTo>
                <a:lnTo>
                  <a:pt x="347844" y="211731"/>
                </a:lnTo>
                <a:moveTo>
                  <a:pt x="30247" y="226854"/>
                </a:moveTo>
                <a:lnTo>
                  <a:pt x="30247" y="151236"/>
                </a:lnTo>
                <a:moveTo>
                  <a:pt x="151236" y="226854"/>
                </a:moveTo>
                <a:lnTo>
                  <a:pt x="151236" y="151236"/>
                </a:lnTo>
                <a:moveTo>
                  <a:pt x="15123" y="196607"/>
                </a:moveTo>
                <a:lnTo>
                  <a:pt x="166360" y="196607"/>
                </a:lnTo>
                <a:moveTo>
                  <a:pt x="15123" y="166360"/>
                </a:moveTo>
                <a:lnTo>
                  <a:pt x="166360" y="166360"/>
                </a:lnTo>
                <a:moveTo>
                  <a:pt x="302473" y="241978"/>
                </a:moveTo>
                <a:lnTo>
                  <a:pt x="317596" y="241978"/>
                </a:lnTo>
                <a:moveTo>
                  <a:pt x="15123" y="0"/>
                </a:moveTo>
                <a:lnTo>
                  <a:pt x="15123" y="7561"/>
                </a:lnTo>
                <a:lnTo>
                  <a:pt x="15123" y="7561"/>
                </a:lnTo>
                <a:cubicBezTo>
                  <a:pt x="15123" y="20090"/>
                  <a:pt x="25280" y="30247"/>
                  <a:pt x="37809" y="30247"/>
                </a:cubicBezTo>
                <a:lnTo>
                  <a:pt x="46671" y="30247"/>
                </a:lnTo>
                <a:moveTo>
                  <a:pt x="166360" y="0"/>
                </a:moveTo>
                <a:lnTo>
                  <a:pt x="166360" y="7561"/>
                </a:lnTo>
                <a:lnTo>
                  <a:pt x="166360" y="7561"/>
                </a:lnTo>
                <a:cubicBezTo>
                  <a:pt x="166360" y="20090"/>
                  <a:pt x="156203" y="30247"/>
                  <a:pt x="143674" y="30247"/>
                </a:cubicBezTo>
                <a:lnTo>
                  <a:pt x="134812" y="30247"/>
                </a:lnTo>
                <a:moveTo>
                  <a:pt x="105865" y="60494"/>
                </a:moveTo>
                <a:lnTo>
                  <a:pt x="105865" y="45370"/>
                </a:lnTo>
                <a:moveTo>
                  <a:pt x="75618" y="60494"/>
                </a:moveTo>
                <a:lnTo>
                  <a:pt x="75618" y="45370"/>
                </a:lnTo>
                <a:moveTo>
                  <a:pt x="131908" y="81909"/>
                </a:moveTo>
                <a:cubicBezTo>
                  <a:pt x="134648" y="77808"/>
                  <a:pt x="136111" y="72988"/>
                  <a:pt x="136112" y="68056"/>
                </a:cubicBezTo>
                <a:lnTo>
                  <a:pt x="136112" y="37809"/>
                </a:lnTo>
                <a:cubicBezTo>
                  <a:pt x="136112" y="25280"/>
                  <a:pt x="125956" y="15123"/>
                  <a:pt x="113427" y="15123"/>
                </a:cubicBezTo>
                <a:lnTo>
                  <a:pt x="68056" y="15123"/>
                </a:lnTo>
                <a:cubicBezTo>
                  <a:pt x="55527" y="15123"/>
                  <a:pt x="45370" y="25280"/>
                  <a:pt x="45370" y="37809"/>
                </a:cubicBezTo>
                <a:lnTo>
                  <a:pt x="45370" y="68056"/>
                </a:lnTo>
                <a:cubicBezTo>
                  <a:pt x="45372" y="72988"/>
                  <a:pt x="46835" y="77808"/>
                  <a:pt x="49575" y="81909"/>
                </a:cubicBezTo>
                <a:lnTo>
                  <a:pt x="67224" y="108406"/>
                </a:lnTo>
                <a:cubicBezTo>
                  <a:pt x="72467" y="116268"/>
                  <a:pt x="81292" y="120991"/>
                  <a:pt x="90741" y="120991"/>
                </a:cubicBezTo>
                <a:cubicBezTo>
                  <a:pt x="100191" y="120991"/>
                  <a:pt x="109016" y="116268"/>
                  <a:pt x="114259" y="108406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0" name="Rounded Rectangle 49"/>
          <p:cNvSpPr/>
          <p:nvPr/>
        </p:nvSpPr>
        <p:spPr>
          <a:xfrm>
            <a:off x="5207065" y="2135927"/>
            <a:ext cx="317596" cy="332720"/>
          </a:xfrm>
          <a:custGeom>
            <a:avLst/>
            <a:gdLst/>
            <a:ahLst/>
            <a:cxnLst/>
            <a:rect l="0" t="0" r="0" b="0"/>
            <a:pathLst>
              <a:path w="317596" h="332720">
                <a:moveTo>
                  <a:pt x="181483" y="332720"/>
                </a:moveTo>
                <a:lnTo>
                  <a:pt x="181483" y="229546"/>
                </a:lnTo>
                <a:lnTo>
                  <a:pt x="160310" y="246046"/>
                </a:lnTo>
                <a:cubicBezTo>
                  <a:pt x="141791" y="260298"/>
                  <a:pt x="116146" y="260820"/>
                  <a:pt x="97063" y="247332"/>
                </a:cubicBezTo>
                <a:lnTo>
                  <a:pt x="62430" y="222620"/>
                </a:lnTo>
                <a:cubicBezTo>
                  <a:pt x="52234" y="215336"/>
                  <a:pt x="49872" y="201166"/>
                  <a:pt x="57155" y="190968"/>
                </a:cubicBezTo>
                <a:cubicBezTo>
                  <a:pt x="64437" y="180771"/>
                  <a:pt x="78607" y="178407"/>
                  <a:pt x="88806" y="185688"/>
                </a:cubicBezTo>
                <a:lnTo>
                  <a:pt x="123393" y="210400"/>
                </a:lnTo>
                <a:cubicBezTo>
                  <a:pt x="126122" y="212363"/>
                  <a:pt x="129820" y="212289"/>
                  <a:pt x="132468" y="210218"/>
                </a:cubicBezTo>
                <a:lnTo>
                  <a:pt x="182724" y="171124"/>
                </a:lnTo>
                <a:cubicBezTo>
                  <a:pt x="186690" y="168031"/>
                  <a:pt x="191577" y="166354"/>
                  <a:pt x="196607" y="166360"/>
                </a:cubicBezTo>
                <a:lnTo>
                  <a:pt x="196607" y="166269"/>
                </a:lnTo>
                <a:lnTo>
                  <a:pt x="211731" y="166269"/>
                </a:lnTo>
                <a:lnTo>
                  <a:pt x="227928" y="193280"/>
                </a:lnTo>
                <a:cubicBezTo>
                  <a:pt x="229292" y="195568"/>
                  <a:pt x="231760" y="196970"/>
                  <a:pt x="234424" y="196970"/>
                </a:cubicBezTo>
                <a:cubicBezTo>
                  <a:pt x="237088" y="196970"/>
                  <a:pt x="239556" y="195568"/>
                  <a:pt x="240919" y="193280"/>
                </a:cubicBezTo>
                <a:lnTo>
                  <a:pt x="254909" y="169944"/>
                </a:lnTo>
                <a:cubicBezTo>
                  <a:pt x="256298" y="167699"/>
                  <a:pt x="258757" y="166340"/>
                  <a:pt x="261397" y="166360"/>
                </a:cubicBezTo>
                <a:lnTo>
                  <a:pt x="272225" y="166360"/>
                </a:lnTo>
                <a:cubicBezTo>
                  <a:pt x="297283" y="166360"/>
                  <a:pt x="317596" y="186673"/>
                  <a:pt x="317596" y="211731"/>
                </a:cubicBezTo>
                <a:lnTo>
                  <a:pt x="317596" y="294911"/>
                </a:lnTo>
                <a:cubicBezTo>
                  <a:pt x="317596" y="307440"/>
                  <a:pt x="307440" y="317596"/>
                  <a:pt x="294911" y="317596"/>
                </a:cubicBezTo>
                <a:cubicBezTo>
                  <a:pt x="282382" y="317596"/>
                  <a:pt x="272225" y="307440"/>
                  <a:pt x="272225" y="294911"/>
                </a:cubicBezTo>
                <a:lnTo>
                  <a:pt x="272225" y="219293"/>
                </a:lnTo>
                <a:moveTo>
                  <a:pt x="272210" y="294911"/>
                </a:moveTo>
                <a:lnTo>
                  <a:pt x="272210" y="332720"/>
                </a:lnTo>
                <a:moveTo>
                  <a:pt x="204320" y="75618"/>
                </a:moveTo>
                <a:cubicBezTo>
                  <a:pt x="192465" y="91186"/>
                  <a:pt x="194448" y="113228"/>
                  <a:pt x="208892" y="126431"/>
                </a:cubicBezTo>
                <a:cubicBezTo>
                  <a:pt x="223336" y="139633"/>
                  <a:pt x="245467" y="139633"/>
                  <a:pt x="259910" y="126431"/>
                </a:cubicBezTo>
                <a:cubicBezTo>
                  <a:pt x="274354" y="113228"/>
                  <a:pt x="276337" y="91186"/>
                  <a:pt x="264482" y="75618"/>
                </a:cubicBezTo>
                <a:close/>
                <a:moveTo>
                  <a:pt x="264664" y="75618"/>
                </a:moveTo>
                <a:lnTo>
                  <a:pt x="196607" y="75618"/>
                </a:lnTo>
                <a:lnTo>
                  <a:pt x="179669" y="36115"/>
                </a:lnTo>
                <a:cubicBezTo>
                  <a:pt x="178555" y="33517"/>
                  <a:pt x="178983" y="30516"/>
                  <a:pt x="180777" y="28333"/>
                </a:cubicBezTo>
                <a:cubicBezTo>
                  <a:pt x="182572" y="26150"/>
                  <a:pt x="185435" y="25150"/>
                  <a:pt x="188198" y="25740"/>
                </a:cubicBezTo>
                <a:lnTo>
                  <a:pt x="270229" y="43314"/>
                </a:lnTo>
                <a:cubicBezTo>
                  <a:pt x="272517" y="43805"/>
                  <a:pt x="274448" y="45327"/>
                  <a:pt x="275460" y="47437"/>
                </a:cubicBezTo>
                <a:cubicBezTo>
                  <a:pt x="276472" y="49546"/>
                  <a:pt x="276450" y="52005"/>
                  <a:pt x="275401" y="54097"/>
                </a:cubicBezTo>
                <a:close/>
                <a:moveTo>
                  <a:pt x="196592" y="75618"/>
                </a:moveTo>
                <a:lnTo>
                  <a:pt x="166345" y="90741"/>
                </a:lnTo>
                <a:moveTo>
                  <a:pt x="65228" y="139530"/>
                </a:moveTo>
                <a:lnTo>
                  <a:pt x="0" y="113427"/>
                </a:lnTo>
                <a:lnTo>
                  <a:pt x="0" y="0"/>
                </a:lnTo>
                <a:lnTo>
                  <a:pt x="70854" y="28341"/>
                </a:lnTo>
                <a:cubicBezTo>
                  <a:pt x="73722" y="29491"/>
                  <a:pt x="75602" y="32269"/>
                  <a:pt x="75603" y="35359"/>
                </a:cubicBezTo>
                <a:lnTo>
                  <a:pt x="75603" y="132498"/>
                </a:lnTo>
                <a:cubicBezTo>
                  <a:pt x="75607" y="135010"/>
                  <a:pt x="74363" y="137361"/>
                  <a:pt x="72284" y="138771"/>
                </a:cubicBezTo>
                <a:cubicBezTo>
                  <a:pt x="70204" y="140180"/>
                  <a:pt x="67560" y="140465"/>
                  <a:pt x="65228" y="139530"/>
                </a:cubicBezTo>
                <a:close/>
                <a:moveTo>
                  <a:pt x="0" y="0"/>
                </a:moveTo>
                <a:lnTo>
                  <a:pt x="113427" y="0"/>
                </a:lnTo>
                <a:cubicBezTo>
                  <a:pt x="117603" y="0"/>
                  <a:pt x="120989" y="3385"/>
                  <a:pt x="120989" y="7561"/>
                </a:cubicBezTo>
                <a:lnTo>
                  <a:pt x="120989" y="113427"/>
                </a:lnTo>
                <a:cubicBezTo>
                  <a:pt x="120989" y="117603"/>
                  <a:pt x="117603" y="120989"/>
                  <a:pt x="113427" y="120989"/>
                </a:cubicBezTo>
                <a:lnTo>
                  <a:pt x="75618" y="120989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1" name="Rounded Rectangle 50"/>
          <p:cNvSpPr/>
          <p:nvPr/>
        </p:nvSpPr>
        <p:spPr>
          <a:xfrm>
            <a:off x="5739714" y="3672126"/>
            <a:ext cx="339940" cy="346591"/>
          </a:xfrm>
          <a:custGeom>
            <a:avLst/>
            <a:gdLst/>
            <a:ahLst/>
            <a:cxnLst/>
            <a:rect l="0" t="0" r="0" b="0"/>
            <a:pathLst>
              <a:path w="339940" h="346591">
                <a:moveTo>
                  <a:pt x="162948" y="246608"/>
                </a:moveTo>
                <a:cubicBezTo>
                  <a:pt x="197657" y="265137"/>
                  <a:pt x="240805" y="252847"/>
                  <a:pt x="260541" y="218811"/>
                </a:cubicBezTo>
                <a:lnTo>
                  <a:pt x="260541" y="218811"/>
                </a:lnTo>
                <a:cubicBezTo>
                  <a:pt x="309132" y="242863"/>
                  <a:pt x="339896" y="292373"/>
                  <a:pt x="339940" y="346591"/>
                </a:cubicBezTo>
                <a:moveTo>
                  <a:pt x="260541" y="218811"/>
                </a:moveTo>
                <a:lnTo>
                  <a:pt x="210678" y="346591"/>
                </a:lnTo>
                <a:moveTo>
                  <a:pt x="296611" y="244324"/>
                </a:moveTo>
                <a:lnTo>
                  <a:pt x="284512" y="321077"/>
                </a:lnTo>
                <a:lnTo>
                  <a:pt x="254567" y="321077"/>
                </a:lnTo>
                <a:lnTo>
                  <a:pt x="254446" y="346409"/>
                </a:lnTo>
                <a:moveTo>
                  <a:pt x="37074" y="189335"/>
                </a:moveTo>
                <a:lnTo>
                  <a:pt x="136421" y="189335"/>
                </a:lnTo>
                <a:moveTo>
                  <a:pt x="168196" y="315451"/>
                </a:moveTo>
                <a:lnTo>
                  <a:pt x="115520" y="260068"/>
                </a:lnTo>
                <a:lnTo>
                  <a:pt x="115520" y="189410"/>
                </a:lnTo>
                <a:lnTo>
                  <a:pt x="57960" y="189410"/>
                </a:lnTo>
                <a:lnTo>
                  <a:pt x="57960" y="260144"/>
                </a:lnTo>
                <a:lnTo>
                  <a:pt x="5314" y="315451"/>
                </a:lnTo>
                <a:cubicBezTo>
                  <a:pt x="814" y="321230"/>
                  <a:pt x="0" y="329068"/>
                  <a:pt x="3215" y="335650"/>
                </a:cubicBezTo>
                <a:cubicBezTo>
                  <a:pt x="6430" y="342231"/>
                  <a:pt x="13113" y="346406"/>
                  <a:pt x="20438" y="346409"/>
                </a:cubicBezTo>
                <a:lnTo>
                  <a:pt x="153027" y="346409"/>
                </a:lnTo>
                <a:cubicBezTo>
                  <a:pt x="160352" y="346406"/>
                  <a:pt x="167035" y="342231"/>
                  <a:pt x="170250" y="335650"/>
                </a:cubicBezTo>
                <a:cubicBezTo>
                  <a:pt x="173465" y="329068"/>
                  <a:pt x="172651" y="321230"/>
                  <a:pt x="168151" y="315451"/>
                </a:cubicBezTo>
                <a:close/>
                <a:moveTo>
                  <a:pt x="135136" y="280697"/>
                </a:moveTo>
                <a:lnTo>
                  <a:pt x="38359" y="280697"/>
                </a:lnTo>
                <a:moveTo>
                  <a:pt x="215836" y="128099"/>
                </a:moveTo>
                <a:cubicBezTo>
                  <a:pt x="204897" y="136286"/>
                  <a:pt x="189872" y="136286"/>
                  <a:pt x="178934" y="128099"/>
                </a:cubicBezTo>
                <a:moveTo>
                  <a:pt x="222021" y="94267"/>
                </a:moveTo>
                <a:cubicBezTo>
                  <a:pt x="223692" y="94267"/>
                  <a:pt x="225046" y="95622"/>
                  <a:pt x="225046" y="97292"/>
                </a:cubicBezTo>
                <a:cubicBezTo>
                  <a:pt x="225046" y="98963"/>
                  <a:pt x="223692" y="100317"/>
                  <a:pt x="222021" y="100317"/>
                </a:cubicBezTo>
                <a:cubicBezTo>
                  <a:pt x="220351" y="100317"/>
                  <a:pt x="218996" y="98963"/>
                  <a:pt x="218996" y="97292"/>
                </a:cubicBezTo>
                <a:cubicBezTo>
                  <a:pt x="218996" y="95622"/>
                  <a:pt x="220351" y="94267"/>
                  <a:pt x="222021" y="94267"/>
                </a:cubicBezTo>
                <a:moveTo>
                  <a:pt x="172794" y="94267"/>
                </a:moveTo>
                <a:cubicBezTo>
                  <a:pt x="174464" y="94267"/>
                  <a:pt x="175818" y="95622"/>
                  <a:pt x="175818" y="97292"/>
                </a:cubicBezTo>
                <a:cubicBezTo>
                  <a:pt x="175818" y="98963"/>
                  <a:pt x="174464" y="100317"/>
                  <a:pt x="172794" y="100317"/>
                </a:cubicBezTo>
                <a:cubicBezTo>
                  <a:pt x="171123" y="100317"/>
                  <a:pt x="169769" y="98963"/>
                  <a:pt x="169769" y="97292"/>
                </a:cubicBezTo>
                <a:cubicBezTo>
                  <a:pt x="169769" y="95622"/>
                  <a:pt x="171123" y="94267"/>
                  <a:pt x="172794" y="94267"/>
                </a:cubicBezTo>
                <a:moveTo>
                  <a:pt x="271188" y="72746"/>
                </a:moveTo>
                <a:cubicBezTo>
                  <a:pt x="270611" y="32402"/>
                  <a:pt x="237741" y="0"/>
                  <a:pt x="197392" y="0"/>
                </a:cubicBezTo>
                <a:cubicBezTo>
                  <a:pt x="157044" y="0"/>
                  <a:pt x="124174" y="32402"/>
                  <a:pt x="123596" y="72746"/>
                </a:cubicBezTo>
                <a:lnTo>
                  <a:pt x="123596" y="97353"/>
                </a:lnTo>
                <a:cubicBezTo>
                  <a:pt x="124174" y="137697"/>
                  <a:pt x="157044" y="170099"/>
                  <a:pt x="197392" y="170099"/>
                </a:cubicBezTo>
                <a:cubicBezTo>
                  <a:pt x="237741" y="170099"/>
                  <a:pt x="270611" y="137697"/>
                  <a:pt x="271188" y="97353"/>
                </a:cubicBezTo>
                <a:close/>
                <a:moveTo>
                  <a:pt x="271188" y="72746"/>
                </a:moveTo>
                <a:lnTo>
                  <a:pt x="246582" y="72746"/>
                </a:lnTo>
                <a:cubicBezTo>
                  <a:pt x="230264" y="72746"/>
                  <a:pt x="196674" y="76890"/>
                  <a:pt x="172794" y="48155"/>
                </a:cubicBezTo>
                <a:cubicBezTo>
                  <a:pt x="160498" y="62784"/>
                  <a:pt x="142654" y="71616"/>
                  <a:pt x="123566" y="72520"/>
                </a:cubicBezTo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2" name="Rounded Rectangle 51"/>
          <p:cNvSpPr/>
          <p:nvPr/>
        </p:nvSpPr>
        <p:spPr>
          <a:xfrm>
            <a:off x="3652895" y="2128078"/>
            <a:ext cx="340329" cy="350409"/>
          </a:xfrm>
          <a:custGeom>
            <a:avLst/>
            <a:gdLst/>
            <a:ahLst/>
            <a:cxnLst/>
            <a:rect l="0" t="0" r="0" b="0"/>
            <a:pathLst>
              <a:path w="340329" h="350409">
                <a:moveTo>
                  <a:pt x="266753" y="52932"/>
                </a:moveTo>
                <a:cubicBezTo>
                  <a:pt x="266753" y="73814"/>
                  <a:pt x="249825" y="90741"/>
                  <a:pt x="228944" y="90741"/>
                </a:cubicBezTo>
                <a:cubicBezTo>
                  <a:pt x="208062" y="90741"/>
                  <a:pt x="191135" y="73814"/>
                  <a:pt x="191135" y="52932"/>
                </a:cubicBezTo>
                <a:lnTo>
                  <a:pt x="191135" y="37809"/>
                </a:lnTo>
                <a:cubicBezTo>
                  <a:pt x="191135" y="16927"/>
                  <a:pt x="208062" y="0"/>
                  <a:pt x="228944" y="0"/>
                </a:cubicBezTo>
                <a:cubicBezTo>
                  <a:pt x="249825" y="0"/>
                  <a:pt x="266753" y="16927"/>
                  <a:pt x="266753" y="37809"/>
                </a:cubicBezTo>
                <a:close/>
                <a:moveTo>
                  <a:pt x="318884" y="261926"/>
                </a:moveTo>
                <a:lnTo>
                  <a:pt x="319292" y="207587"/>
                </a:lnTo>
                <a:cubicBezTo>
                  <a:pt x="318884" y="205551"/>
                  <a:pt x="318197" y="203582"/>
                  <a:pt x="317251" y="201734"/>
                </a:cubicBezTo>
                <a:cubicBezTo>
                  <a:pt x="317160" y="201553"/>
                  <a:pt x="317160" y="201356"/>
                  <a:pt x="317069" y="201174"/>
                </a:cubicBezTo>
                <a:lnTo>
                  <a:pt x="279260" y="129337"/>
                </a:lnTo>
                <a:cubicBezTo>
                  <a:pt x="275735" y="122634"/>
                  <a:pt x="269097" y="118132"/>
                  <a:pt x="261565" y="117336"/>
                </a:cubicBezTo>
                <a:cubicBezTo>
                  <a:pt x="254034" y="116541"/>
                  <a:pt x="246602" y="119556"/>
                  <a:pt x="241753" y="125375"/>
                </a:cubicBezTo>
                <a:lnTo>
                  <a:pt x="208058" y="165815"/>
                </a:lnTo>
                <a:lnTo>
                  <a:pt x="157953" y="182678"/>
                </a:lnTo>
                <a:cubicBezTo>
                  <a:pt x="146078" y="186676"/>
                  <a:pt x="139691" y="199544"/>
                  <a:pt x="143687" y="211420"/>
                </a:cubicBezTo>
                <a:cubicBezTo>
                  <a:pt x="147683" y="223296"/>
                  <a:pt x="160550" y="229685"/>
                  <a:pt x="172427" y="225690"/>
                </a:cubicBezTo>
                <a:lnTo>
                  <a:pt x="228611" y="206785"/>
                </a:lnTo>
                <a:cubicBezTo>
                  <a:pt x="232590" y="205445"/>
                  <a:pt x="236119" y="203026"/>
                  <a:pt x="238804" y="199798"/>
                </a:cubicBezTo>
                <a:lnTo>
                  <a:pt x="254896" y="180470"/>
                </a:lnTo>
                <a:lnTo>
                  <a:pt x="269732" y="206649"/>
                </a:lnTo>
                <a:lnTo>
                  <a:pt x="269732" y="215527"/>
                </a:lnTo>
                <a:moveTo>
                  <a:pt x="211415" y="212563"/>
                </a:moveTo>
                <a:cubicBezTo>
                  <a:pt x="223746" y="220513"/>
                  <a:pt x="234875" y="230190"/>
                  <a:pt x="244461" y="241298"/>
                </a:cubicBezTo>
                <a:cubicBezTo>
                  <a:pt x="303745" y="309490"/>
                  <a:pt x="340329" y="321332"/>
                  <a:pt x="340329" y="321332"/>
                </a:cubicBezTo>
                <a:moveTo>
                  <a:pt x="155775" y="41514"/>
                </a:moveTo>
                <a:lnTo>
                  <a:pt x="308343" y="41590"/>
                </a:lnTo>
                <a:moveTo>
                  <a:pt x="107591" y="192841"/>
                </a:moveTo>
                <a:cubicBezTo>
                  <a:pt x="118666" y="190504"/>
                  <a:pt x="130006" y="189680"/>
                  <a:pt x="141302" y="190391"/>
                </a:cubicBezTo>
                <a:moveTo>
                  <a:pt x="61963" y="227142"/>
                </a:moveTo>
                <a:cubicBezTo>
                  <a:pt x="62344" y="244529"/>
                  <a:pt x="48602" y="258954"/>
                  <a:pt x="31217" y="259416"/>
                </a:cubicBezTo>
                <a:cubicBezTo>
                  <a:pt x="13796" y="259003"/>
                  <a:pt x="0" y="244563"/>
                  <a:pt x="380" y="227142"/>
                </a:cubicBezTo>
                <a:cubicBezTo>
                  <a:pt x="380" y="209281"/>
                  <a:pt x="31172" y="170519"/>
                  <a:pt x="31172" y="170519"/>
                </a:cubicBezTo>
                <a:cubicBezTo>
                  <a:pt x="31172" y="170519"/>
                  <a:pt x="61963" y="209205"/>
                  <a:pt x="61963" y="227142"/>
                </a:cubicBezTo>
                <a:close/>
                <a:moveTo>
                  <a:pt x="380" y="295486"/>
                </a:moveTo>
                <a:cubicBezTo>
                  <a:pt x="17929" y="309013"/>
                  <a:pt x="31084" y="327430"/>
                  <a:pt x="38189" y="348418"/>
                </a:cubicBezTo>
                <a:moveTo>
                  <a:pt x="75998" y="295486"/>
                </a:moveTo>
                <a:cubicBezTo>
                  <a:pt x="58449" y="309013"/>
                  <a:pt x="45294" y="327430"/>
                  <a:pt x="38189" y="348418"/>
                </a:cubicBezTo>
                <a:moveTo>
                  <a:pt x="121369" y="295486"/>
                </a:moveTo>
                <a:cubicBezTo>
                  <a:pt x="138919" y="309013"/>
                  <a:pt x="152074" y="327430"/>
                  <a:pt x="159178" y="348418"/>
                </a:cubicBezTo>
                <a:moveTo>
                  <a:pt x="196987" y="295486"/>
                </a:moveTo>
                <a:cubicBezTo>
                  <a:pt x="179438" y="309013"/>
                  <a:pt x="166283" y="327430"/>
                  <a:pt x="159178" y="348418"/>
                </a:cubicBezTo>
                <a:moveTo>
                  <a:pt x="312517" y="340705"/>
                </a:moveTo>
                <a:cubicBezTo>
                  <a:pt x="305531" y="348055"/>
                  <a:pt x="294774" y="350409"/>
                  <a:pt x="285357" y="346648"/>
                </a:cubicBezTo>
                <a:cubicBezTo>
                  <a:pt x="275940" y="342888"/>
                  <a:pt x="269763" y="333771"/>
                  <a:pt x="269762" y="323631"/>
                </a:cubicBezTo>
                <a:lnTo>
                  <a:pt x="269762" y="310110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3" name="TextBox 52"/>
          <p:cNvSpPr txBox="1"/>
          <p:nvPr/>
        </p:nvSpPr>
        <p:spPr>
          <a:xfrm>
            <a:off x="6288407" y="1859920"/>
            <a:ext cx="2439770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00" dirty="0">
                <a:latin typeface="Roboto"/>
              </a:rPr>
              <a:t>The agencies that oversee and
enforce aquaculture laws</a:t>
            </a:r>
            <a:endParaRPr sz="1400" b="0" dirty="0">
              <a:latin typeface="Roboto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863847" y="4011261"/>
            <a:ext cx="76463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latin typeface="Roboto"/>
              </a:rPr>
              <a:t>Industry
Suppliers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1375" y="4011261"/>
            <a:ext cx="92172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latin typeface="Roboto"/>
              </a:rPr>
              <a:t>Research
Institutions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6170" y="1859919"/>
            <a:ext cx="2194551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Farmers or companies that raise and harvest salmon</a:t>
            </a:r>
            <a:endParaRPr sz="1400" b="0" dirty="0">
              <a:latin typeface="Roboto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3653698" y="4397986"/>
            <a:ext cx="339117" cy="346251"/>
          </a:xfrm>
          <a:custGeom>
            <a:avLst/>
            <a:gdLst/>
            <a:ahLst/>
            <a:cxnLst/>
            <a:rect l="0" t="0" r="0" b="0"/>
            <a:pathLst>
              <a:path w="339117" h="346251">
                <a:moveTo>
                  <a:pt x="169551" y="48"/>
                </a:moveTo>
                <a:cubicBezTo>
                  <a:pt x="202281" y="0"/>
                  <a:pt x="234347" y="9286"/>
                  <a:pt x="261987" y="26816"/>
                </a:cubicBezTo>
                <a:cubicBezTo>
                  <a:pt x="333824" y="72354"/>
                  <a:pt x="339117" y="166408"/>
                  <a:pt x="281874" y="235175"/>
                </a:cubicBezTo>
                <a:cubicBezTo>
                  <a:pt x="249209" y="274408"/>
                  <a:pt x="213256" y="310781"/>
                  <a:pt x="174406" y="343899"/>
                </a:cubicBezTo>
                <a:cubicBezTo>
                  <a:pt x="171596" y="346251"/>
                  <a:pt x="167505" y="346251"/>
                  <a:pt x="164696" y="343899"/>
                </a:cubicBezTo>
                <a:cubicBezTo>
                  <a:pt x="125845" y="310787"/>
                  <a:pt x="89891" y="274419"/>
                  <a:pt x="57227" y="235190"/>
                </a:cubicBezTo>
                <a:cubicBezTo>
                  <a:pt x="0" y="166408"/>
                  <a:pt x="5278" y="72354"/>
                  <a:pt x="77115" y="26816"/>
                </a:cubicBezTo>
                <a:cubicBezTo>
                  <a:pt x="104755" y="9286"/>
                  <a:pt x="136820" y="0"/>
                  <a:pt x="169551" y="48"/>
                </a:cubicBezTo>
                <a:close/>
                <a:moveTo>
                  <a:pt x="124180" y="189109"/>
                </a:moveTo>
                <a:cubicBezTo>
                  <a:pt x="144170" y="203141"/>
                  <a:pt x="167825" y="211026"/>
                  <a:pt x="192236" y="211794"/>
                </a:cubicBezTo>
                <a:cubicBezTo>
                  <a:pt x="216598" y="213281"/>
                  <a:pt x="238675" y="197512"/>
                  <a:pt x="245169" y="173985"/>
                </a:cubicBezTo>
                <a:cubicBezTo>
                  <a:pt x="238541" y="150552"/>
                  <a:pt x="216552" y="134846"/>
                  <a:pt x="192236" y="136176"/>
                </a:cubicBezTo>
                <a:cubicBezTo>
                  <a:pt x="167840" y="137030"/>
                  <a:pt x="144209" y="144907"/>
                  <a:pt x="124180" y="158861"/>
                </a:cubicBezTo>
                <a:lnTo>
                  <a:pt x="86371" y="143737"/>
                </a:lnTo>
                <a:lnTo>
                  <a:pt x="93933" y="173985"/>
                </a:lnTo>
                <a:lnTo>
                  <a:pt x="86371" y="204232"/>
                </a:lnTo>
                <a:close/>
                <a:moveTo>
                  <a:pt x="139304" y="149832"/>
                </a:moveTo>
                <a:lnTo>
                  <a:pt x="139304" y="121097"/>
                </a:lnTo>
                <a:cubicBezTo>
                  <a:pt x="158272" y="112518"/>
                  <a:pt x="180663" y="118916"/>
                  <a:pt x="192236" y="136221"/>
                </a:cubicBezTo>
                <a:moveTo>
                  <a:pt x="139304" y="198122"/>
                </a:moveTo>
                <a:lnTo>
                  <a:pt x="139304" y="226857"/>
                </a:lnTo>
                <a:cubicBezTo>
                  <a:pt x="158272" y="235436"/>
                  <a:pt x="180663" y="229039"/>
                  <a:pt x="192236" y="211733"/>
                </a:cubicBezTo>
                <a:moveTo>
                  <a:pt x="207360" y="68119"/>
                </a:moveTo>
                <a:cubicBezTo>
                  <a:pt x="207360" y="76472"/>
                  <a:pt x="214131" y="83243"/>
                  <a:pt x="222484" y="83243"/>
                </a:cubicBezTo>
                <a:cubicBezTo>
                  <a:pt x="230836" y="83243"/>
                  <a:pt x="237607" y="76472"/>
                  <a:pt x="237607" y="68119"/>
                </a:cubicBezTo>
                <a:cubicBezTo>
                  <a:pt x="237607" y="59767"/>
                  <a:pt x="230836" y="52996"/>
                  <a:pt x="222484" y="52996"/>
                </a:cubicBezTo>
                <a:cubicBezTo>
                  <a:pt x="214131" y="52996"/>
                  <a:pt x="207360" y="59767"/>
                  <a:pt x="207360" y="68119"/>
                </a:cubicBezTo>
                <a:close/>
                <a:moveTo>
                  <a:pt x="237607" y="113490"/>
                </a:moveTo>
                <a:cubicBezTo>
                  <a:pt x="237607" y="121843"/>
                  <a:pt x="244378" y="128614"/>
                  <a:pt x="252731" y="128614"/>
                </a:cubicBezTo>
                <a:cubicBezTo>
                  <a:pt x="261084" y="128614"/>
                  <a:pt x="267855" y="121843"/>
                  <a:pt x="267855" y="113490"/>
                </a:cubicBezTo>
                <a:cubicBezTo>
                  <a:pt x="267855" y="105138"/>
                  <a:pt x="261084" y="98367"/>
                  <a:pt x="252731" y="98367"/>
                </a:cubicBezTo>
                <a:cubicBezTo>
                  <a:pt x="244378" y="98367"/>
                  <a:pt x="237607" y="105138"/>
                  <a:pt x="237607" y="11349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8" name="TextBox 57"/>
          <p:cNvSpPr txBox="1"/>
          <p:nvPr/>
        </p:nvSpPr>
        <p:spPr>
          <a:xfrm>
            <a:off x="6288407" y="1409991"/>
            <a:ext cx="99065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latin typeface="Roboto"/>
              </a:rPr>
              <a:t>Government
Regulators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91942" y="4396915"/>
            <a:ext cx="347844" cy="347991"/>
          </a:xfrm>
          <a:custGeom>
            <a:avLst/>
            <a:gdLst/>
            <a:ahLst/>
            <a:cxnLst/>
            <a:rect l="0" t="0" r="0" b="0"/>
            <a:pathLst>
              <a:path w="347844" h="347991">
                <a:moveTo>
                  <a:pt x="219293" y="257102"/>
                </a:moveTo>
                <a:lnTo>
                  <a:pt x="234416" y="257102"/>
                </a:lnTo>
                <a:lnTo>
                  <a:pt x="241978" y="347844"/>
                </a:lnTo>
                <a:lnTo>
                  <a:pt x="302473" y="347844"/>
                </a:lnTo>
                <a:lnTo>
                  <a:pt x="310035" y="257102"/>
                </a:lnTo>
                <a:lnTo>
                  <a:pt x="347844" y="257102"/>
                </a:lnTo>
                <a:lnTo>
                  <a:pt x="347844" y="204169"/>
                </a:lnTo>
                <a:cubicBezTo>
                  <a:pt x="347844" y="162406"/>
                  <a:pt x="313988" y="128551"/>
                  <a:pt x="272225" y="128551"/>
                </a:cubicBezTo>
                <a:cubicBezTo>
                  <a:pt x="230463" y="128551"/>
                  <a:pt x="196607" y="162406"/>
                  <a:pt x="196607" y="204169"/>
                </a:cubicBezTo>
                <a:lnTo>
                  <a:pt x="196607" y="211731"/>
                </a:lnTo>
                <a:moveTo>
                  <a:pt x="325158" y="45824"/>
                </a:moveTo>
                <a:cubicBezTo>
                  <a:pt x="314015" y="50556"/>
                  <a:pt x="302026" y="52974"/>
                  <a:pt x="289920" y="52932"/>
                </a:cubicBezTo>
                <a:cubicBezTo>
                  <a:pt x="266008" y="52988"/>
                  <a:pt x="243113" y="43261"/>
                  <a:pt x="226552" y="26012"/>
                </a:cubicBezTo>
                <a:moveTo>
                  <a:pt x="219293" y="52932"/>
                </a:moveTo>
                <a:cubicBezTo>
                  <a:pt x="219293" y="82166"/>
                  <a:pt x="242991" y="105865"/>
                  <a:pt x="272225" y="105865"/>
                </a:cubicBezTo>
                <a:cubicBezTo>
                  <a:pt x="301459" y="105865"/>
                  <a:pt x="325158" y="82166"/>
                  <a:pt x="325158" y="52932"/>
                </a:cubicBezTo>
                <a:cubicBezTo>
                  <a:pt x="325158" y="23698"/>
                  <a:pt x="301459" y="0"/>
                  <a:pt x="272225" y="0"/>
                </a:cubicBezTo>
                <a:cubicBezTo>
                  <a:pt x="242991" y="0"/>
                  <a:pt x="219293" y="23698"/>
                  <a:pt x="219293" y="52932"/>
                </a:cubicBezTo>
                <a:moveTo>
                  <a:pt x="161218" y="335745"/>
                </a:moveTo>
                <a:cubicBezTo>
                  <a:pt x="159759" y="342900"/>
                  <a:pt x="153395" y="347991"/>
                  <a:pt x="146094" y="347844"/>
                </a:cubicBezTo>
                <a:lnTo>
                  <a:pt x="50210" y="347844"/>
                </a:lnTo>
                <a:cubicBezTo>
                  <a:pt x="42909" y="347991"/>
                  <a:pt x="36545" y="342900"/>
                  <a:pt x="35086" y="335745"/>
                </a:cubicBezTo>
                <a:lnTo>
                  <a:pt x="22685" y="241978"/>
                </a:lnTo>
                <a:lnTo>
                  <a:pt x="173922" y="241978"/>
                </a:lnTo>
                <a:close/>
                <a:moveTo>
                  <a:pt x="136112" y="241978"/>
                </a:moveTo>
                <a:lnTo>
                  <a:pt x="158798" y="196607"/>
                </a:lnTo>
                <a:moveTo>
                  <a:pt x="60494" y="241978"/>
                </a:moveTo>
                <a:lnTo>
                  <a:pt x="37809" y="196607"/>
                </a:lnTo>
                <a:moveTo>
                  <a:pt x="60494" y="272225"/>
                </a:moveTo>
                <a:lnTo>
                  <a:pt x="68056" y="317596"/>
                </a:lnTo>
                <a:moveTo>
                  <a:pt x="98303" y="272225"/>
                </a:moveTo>
                <a:lnTo>
                  <a:pt x="98303" y="317596"/>
                </a:lnTo>
                <a:moveTo>
                  <a:pt x="128551" y="317596"/>
                </a:moveTo>
                <a:lnTo>
                  <a:pt x="136112" y="272225"/>
                </a:lnTo>
                <a:moveTo>
                  <a:pt x="173922" y="241978"/>
                </a:moveTo>
                <a:lnTo>
                  <a:pt x="196607" y="241978"/>
                </a:lnTo>
                <a:moveTo>
                  <a:pt x="0" y="241978"/>
                </a:moveTo>
                <a:lnTo>
                  <a:pt x="22685" y="241978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0" name="TextBox 59"/>
          <p:cNvSpPr txBox="1"/>
          <p:nvPr/>
        </p:nvSpPr>
        <p:spPr>
          <a:xfrm>
            <a:off x="332933" y="4397986"/>
            <a:ext cx="2806859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400" dirty="0">
                <a:latin typeface="Roboto"/>
              </a:rPr>
              <a:t>Businesses that provide equipment
and services to aquaculture.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1375" y="4461190"/>
            <a:ext cx="1850657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Institutions and individuals conducting aquaculture research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68777" y="1409991"/>
            <a:ext cx="831959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latin typeface="Roboto"/>
              </a:rPr>
              <a:t>Salmon
Producers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96688" y="823949"/>
            <a:ext cx="348653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>
                <a:latin typeface="Roboto"/>
              </a:rPr>
              <a:t>Salmon </a:t>
            </a:r>
            <a:r>
              <a:rPr lang="en-US" b="1" dirty="0">
                <a:latin typeface="Roboto"/>
              </a:rPr>
              <a:t>a</a:t>
            </a:r>
            <a:r>
              <a:rPr b="1" dirty="0">
                <a:latin typeface="Roboto"/>
              </a:rPr>
              <a:t>quaculture </a:t>
            </a:r>
            <a:r>
              <a:rPr lang="en-US" b="1" dirty="0">
                <a:latin typeface="Roboto"/>
              </a:rPr>
              <a:t>s</a:t>
            </a:r>
            <a:r>
              <a:rPr b="1" dirty="0">
                <a:latin typeface="Roboto"/>
              </a:rPr>
              <a:t>takeholders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4993" y="5311896"/>
            <a:ext cx="1115690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latin typeface="Roboto"/>
              </a:rPr>
              <a:t>Fish Health
Professionals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88407" y="5311896"/>
            <a:ext cx="108683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latin typeface="Roboto"/>
              </a:rPr>
              <a:t>Consumers &amp;
Retailers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19" y="5788087"/>
            <a:ext cx="2278298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Professionals responsible for fish health management and disease control</a:t>
            </a:r>
            <a:r>
              <a:rPr lang="en-US" sz="1400" dirty="0"/>
              <a:t>.</a:t>
            </a:r>
            <a:endParaRPr sz="1400" b="0" dirty="0">
              <a:latin typeface="Roboto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733788" y="2851708"/>
            <a:ext cx="351435" cy="350437"/>
          </a:xfrm>
          <a:custGeom>
            <a:avLst/>
            <a:gdLst/>
            <a:ahLst/>
            <a:cxnLst/>
            <a:rect l="0" t="0" r="0" b="0"/>
            <a:pathLst>
              <a:path w="351435" h="350437">
                <a:moveTo>
                  <a:pt x="14846" y="34569"/>
                </a:moveTo>
                <a:lnTo>
                  <a:pt x="178161" y="2880"/>
                </a:lnTo>
                <a:cubicBezTo>
                  <a:pt x="178161" y="2880"/>
                  <a:pt x="193007" y="0"/>
                  <a:pt x="195888" y="14846"/>
                </a:cubicBezTo>
                <a:lnTo>
                  <a:pt x="218935" y="133620"/>
                </a:lnTo>
                <a:cubicBezTo>
                  <a:pt x="218935" y="133620"/>
                  <a:pt x="221815" y="148467"/>
                  <a:pt x="206969" y="151348"/>
                </a:cubicBezTo>
                <a:lnTo>
                  <a:pt x="43654" y="183037"/>
                </a:lnTo>
                <a:cubicBezTo>
                  <a:pt x="43654" y="183037"/>
                  <a:pt x="28808" y="185918"/>
                  <a:pt x="25927" y="171071"/>
                </a:cubicBezTo>
                <a:lnTo>
                  <a:pt x="2880" y="52297"/>
                </a:lnTo>
                <a:cubicBezTo>
                  <a:pt x="2880" y="52297"/>
                  <a:pt x="0" y="37450"/>
                  <a:pt x="14846" y="34569"/>
                </a:cubicBezTo>
                <a:moveTo>
                  <a:pt x="65535" y="92956"/>
                </a:moveTo>
                <a:cubicBezTo>
                  <a:pt x="65535" y="118014"/>
                  <a:pt x="85848" y="138327"/>
                  <a:pt x="110906" y="138327"/>
                </a:cubicBezTo>
                <a:cubicBezTo>
                  <a:pt x="135963" y="138327"/>
                  <a:pt x="156277" y="118014"/>
                  <a:pt x="156277" y="92956"/>
                </a:cubicBezTo>
                <a:cubicBezTo>
                  <a:pt x="156277" y="67899"/>
                  <a:pt x="135963" y="47585"/>
                  <a:pt x="110906" y="47585"/>
                </a:cubicBezTo>
                <a:cubicBezTo>
                  <a:pt x="85848" y="47585"/>
                  <a:pt x="65535" y="67899"/>
                  <a:pt x="65535" y="92956"/>
                </a:cubicBezTo>
                <a:moveTo>
                  <a:pt x="136298" y="55344"/>
                </a:moveTo>
                <a:lnTo>
                  <a:pt x="85528" y="130554"/>
                </a:lnTo>
                <a:moveTo>
                  <a:pt x="125319" y="167183"/>
                </a:moveTo>
                <a:lnTo>
                  <a:pt x="131792" y="200591"/>
                </a:lnTo>
                <a:moveTo>
                  <a:pt x="150061" y="259695"/>
                </a:moveTo>
                <a:cubicBezTo>
                  <a:pt x="150061" y="280576"/>
                  <a:pt x="166989" y="297504"/>
                  <a:pt x="187870" y="297504"/>
                </a:cubicBezTo>
                <a:cubicBezTo>
                  <a:pt x="208752" y="297504"/>
                  <a:pt x="225679" y="280576"/>
                  <a:pt x="225679" y="259695"/>
                </a:cubicBezTo>
                <a:cubicBezTo>
                  <a:pt x="225679" y="238813"/>
                  <a:pt x="208752" y="221885"/>
                  <a:pt x="187870" y="221885"/>
                </a:cubicBezTo>
                <a:cubicBezTo>
                  <a:pt x="166989" y="221885"/>
                  <a:pt x="150061" y="238813"/>
                  <a:pt x="150061" y="259695"/>
                </a:cubicBezTo>
                <a:moveTo>
                  <a:pt x="251193" y="350437"/>
                </a:moveTo>
                <a:cubicBezTo>
                  <a:pt x="236098" y="331332"/>
                  <a:pt x="213088" y="320188"/>
                  <a:pt x="188740" y="320188"/>
                </a:cubicBezTo>
                <a:cubicBezTo>
                  <a:pt x="164391" y="320188"/>
                  <a:pt x="141382" y="331332"/>
                  <a:pt x="126287" y="350437"/>
                </a:cubicBezTo>
                <a:moveTo>
                  <a:pt x="6931" y="244571"/>
                </a:moveTo>
                <a:cubicBezTo>
                  <a:pt x="6931" y="265452"/>
                  <a:pt x="23858" y="282380"/>
                  <a:pt x="44740" y="282380"/>
                </a:cubicBezTo>
                <a:cubicBezTo>
                  <a:pt x="65621" y="282380"/>
                  <a:pt x="82549" y="265452"/>
                  <a:pt x="82549" y="244571"/>
                </a:cubicBezTo>
                <a:cubicBezTo>
                  <a:pt x="82549" y="223690"/>
                  <a:pt x="65621" y="206762"/>
                  <a:pt x="44740" y="206762"/>
                </a:cubicBezTo>
                <a:cubicBezTo>
                  <a:pt x="23858" y="206762"/>
                  <a:pt x="6931" y="223690"/>
                  <a:pt x="6931" y="244571"/>
                </a:cubicBezTo>
                <a:moveTo>
                  <a:pt x="271050" y="244571"/>
                </a:moveTo>
                <a:cubicBezTo>
                  <a:pt x="271050" y="265452"/>
                  <a:pt x="287978" y="282380"/>
                  <a:pt x="308859" y="282380"/>
                </a:cubicBezTo>
                <a:cubicBezTo>
                  <a:pt x="329741" y="282380"/>
                  <a:pt x="346669" y="265452"/>
                  <a:pt x="346669" y="244571"/>
                </a:cubicBezTo>
                <a:cubicBezTo>
                  <a:pt x="346669" y="223690"/>
                  <a:pt x="329741" y="206762"/>
                  <a:pt x="308859" y="206762"/>
                </a:cubicBezTo>
                <a:cubicBezTo>
                  <a:pt x="287978" y="206762"/>
                  <a:pt x="271050" y="223690"/>
                  <a:pt x="271050" y="244571"/>
                </a:cubicBezTo>
                <a:moveTo>
                  <a:pt x="94043" y="326330"/>
                </a:moveTo>
                <a:cubicBezTo>
                  <a:pt x="69917" y="300600"/>
                  <a:pt x="30020" y="297862"/>
                  <a:pt x="2605" y="320053"/>
                </a:cubicBezTo>
                <a:moveTo>
                  <a:pt x="350449" y="319645"/>
                </a:moveTo>
                <a:cubicBezTo>
                  <a:pt x="329615" y="303091"/>
                  <a:pt x="300972" y="300398"/>
                  <a:pt x="277417" y="312779"/>
                </a:cubicBezTo>
                <a:moveTo>
                  <a:pt x="261719" y="54724"/>
                </a:moveTo>
                <a:lnTo>
                  <a:pt x="345580" y="86695"/>
                </a:lnTo>
                <a:cubicBezTo>
                  <a:pt x="349479" y="88183"/>
                  <a:pt x="351435" y="92549"/>
                  <a:pt x="349950" y="96450"/>
                </a:cubicBezTo>
                <a:lnTo>
                  <a:pt x="328399" y="152982"/>
                </a:lnTo>
                <a:cubicBezTo>
                  <a:pt x="326911" y="156881"/>
                  <a:pt x="322545" y="158838"/>
                  <a:pt x="318644" y="157353"/>
                </a:cubicBezTo>
                <a:lnTo>
                  <a:pt x="255125" y="133155"/>
                </a:lnTo>
                <a:moveTo>
                  <a:pt x="276253" y="141186"/>
                </a:moveTo>
                <a:lnTo>
                  <a:pt x="262778" y="176514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101</Words>
  <Application>Microsoft Office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Jyoti</dc:creator>
  <cp:keywords/>
  <dc:description>generated using python-pptx</dc:description>
  <cp:lastModifiedBy>Sumit Jyoti</cp:lastModifiedBy>
  <cp:revision>2</cp:revision>
  <dcterms:created xsi:type="dcterms:W3CDTF">2013-01-27T09:14:16Z</dcterms:created>
  <dcterms:modified xsi:type="dcterms:W3CDTF">2026-03-16T15:37:24Z</dcterms:modified>
  <cp:category/>
</cp:coreProperties>
</file>