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02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24121" y="3397348"/>
            <a:ext cx="1152048" cy="718470"/>
          </a:xfrm>
          <a:custGeom>
            <a:avLst/>
            <a:gdLst/>
            <a:ahLst/>
            <a:cxnLst/>
            <a:rect l="0" t="0" r="0" b="0"/>
            <a:pathLst>
              <a:path w="1152048" h="718470">
                <a:moveTo>
                  <a:pt x="95" y="718470"/>
                </a:moveTo>
                <a:lnTo>
                  <a:pt x="1096708" y="718470"/>
                </a:lnTo>
                <a:cubicBezTo>
                  <a:pt x="1101375" y="633031"/>
                  <a:pt x="1120711" y="551402"/>
                  <a:pt x="1152048" y="476059"/>
                </a:cubicBezTo>
                <a:lnTo>
                  <a:pt x="163544" y="0"/>
                </a:lnTo>
                <a:cubicBezTo>
                  <a:pt x="63531" y="219741"/>
                  <a:pt x="5619" y="462629"/>
                  <a:pt x="0" y="718470"/>
                </a:cubicBez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724121" y="3397348"/>
            <a:ext cx="1152048" cy="718470"/>
          </a:xfrm>
          <a:custGeom>
            <a:avLst/>
            <a:gdLst/>
            <a:ahLst/>
            <a:cxnLst/>
            <a:rect l="0" t="0" r="0" b="0"/>
            <a:pathLst>
              <a:path w="1152048" h="718470">
                <a:moveTo>
                  <a:pt x="95" y="718470"/>
                </a:moveTo>
                <a:lnTo>
                  <a:pt x="1096708" y="718470"/>
                </a:lnTo>
                <a:cubicBezTo>
                  <a:pt x="1101375" y="633031"/>
                  <a:pt x="1120711" y="551402"/>
                  <a:pt x="1152048" y="476059"/>
                </a:cubicBezTo>
                <a:lnTo>
                  <a:pt x="163544" y="0"/>
                </a:lnTo>
                <a:cubicBezTo>
                  <a:pt x="63531" y="219741"/>
                  <a:pt x="5619" y="462629"/>
                  <a:pt x="0" y="718470"/>
                </a:cubicBezTo>
                <a:lnTo>
                  <a:pt x="95" y="718470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923289" y="2748048"/>
            <a:ext cx="1143666" cy="1051941"/>
          </a:xfrm>
          <a:custGeom>
            <a:avLst/>
            <a:gdLst/>
            <a:ahLst/>
            <a:cxnLst/>
            <a:rect l="0" t="0" r="0" b="0"/>
            <a:pathLst>
              <a:path w="1143666" h="1051941">
                <a:moveTo>
                  <a:pt x="988504" y="1051941"/>
                </a:moveTo>
                <a:cubicBezTo>
                  <a:pt x="1029081" y="978693"/>
                  <a:pt x="1081659" y="913161"/>
                  <a:pt x="1143666" y="857726"/>
                </a:cubicBezTo>
                <a:lnTo>
                  <a:pt x="459676" y="0"/>
                </a:lnTo>
                <a:cubicBezTo>
                  <a:pt x="270224" y="158305"/>
                  <a:pt x="113156" y="353948"/>
                  <a:pt x="0" y="575786"/>
                </a:cubicBezTo>
                <a:lnTo>
                  <a:pt x="988599" y="1051845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923289" y="2748048"/>
            <a:ext cx="1143666" cy="1051941"/>
          </a:xfrm>
          <a:custGeom>
            <a:avLst/>
            <a:gdLst/>
            <a:ahLst/>
            <a:cxnLst/>
            <a:rect l="0" t="0" r="0" b="0"/>
            <a:pathLst>
              <a:path w="1143666" h="1051941">
                <a:moveTo>
                  <a:pt x="988504" y="1051941"/>
                </a:moveTo>
                <a:cubicBezTo>
                  <a:pt x="1029081" y="978693"/>
                  <a:pt x="1081659" y="913161"/>
                  <a:pt x="1143666" y="857726"/>
                </a:cubicBezTo>
                <a:lnTo>
                  <a:pt x="459676" y="0"/>
                </a:lnTo>
                <a:cubicBezTo>
                  <a:pt x="270224" y="158305"/>
                  <a:pt x="113156" y="353948"/>
                  <a:pt x="0" y="575786"/>
                </a:cubicBezTo>
                <a:lnTo>
                  <a:pt x="988599" y="1051845"/>
                </a:lnTo>
                <a:lnTo>
                  <a:pt x="988504" y="1051941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46592" y="2377249"/>
            <a:ext cx="907827" cy="1177766"/>
          </a:xfrm>
          <a:custGeom>
            <a:avLst/>
            <a:gdLst/>
            <a:ahLst/>
            <a:cxnLst/>
            <a:rect l="0" t="0" r="0" b="0"/>
            <a:pathLst>
              <a:path w="907827" h="1177766">
                <a:moveTo>
                  <a:pt x="663702" y="0"/>
                </a:moveTo>
                <a:cubicBezTo>
                  <a:pt x="419290" y="61340"/>
                  <a:pt x="194405" y="171735"/>
                  <a:pt x="0" y="320039"/>
                </a:cubicBezTo>
                <a:lnTo>
                  <a:pt x="683990" y="1177766"/>
                </a:lnTo>
                <a:cubicBezTo>
                  <a:pt x="751141" y="1129855"/>
                  <a:pt x="826579" y="1092993"/>
                  <a:pt x="907827" y="1069657"/>
                </a:cubicBezTo>
                <a:lnTo>
                  <a:pt x="663702" y="0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46592" y="2377249"/>
            <a:ext cx="907827" cy="1177766"/>
          </a:xfrm>
          <a:custGeom>
            <a:avLst/>
            <a:gdLst/>
            <a:ahLst/>
            <a:cxnLst/>
            <a:rect l="0" t="0" r="0" b="0"/>
            <a:pathLst>
              <a:path w="907827" h="1177766">
                <a:moveTo>
                  <a:pt x="663702" y="0"/>
                </a:moveTo>
                <a:cubicBezTo>
                  <a:pt x="419290" y="61340"/>
                  <a:pt x="194405" y="171735"/>
                  <a:pt x="0" y="320039"/>
                </a:cubicBezTo>
                <a:lnTo>
                  <a:pt x="683990" y="1177766"/>
                </a:lnTo>
                <a:cubicBezTo>
                  <a:pt x="751141" y="1129855"/>
                  <a:pt x="826579" y="1092993"/>
                  <a:pt x="907827" y="1069657"/>
                </a:cubicBezTo>
                <a:lnTo>
                  <a:pt x="663702" y="0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89828" y="2321957"/>
            <a:ext cx="736854" cy="1106709"/>
          </a:xfrm>
          <a:custGeom>
            <a:avLst/>
            <a:gdLst/>
            <a:ahLst/>
            <a:cxnLst/>
            <a:rect l="0" t="0" r="0" b="0"/>
            <a:pathLst>
              <a:path w="736854" h="1106709">
                <a:moveTo>
                  <a:pt x="244125" y="1106709"/>
                </a:moveTo>
                <a:cubicBezTo>
                  <a:pt x="284606" y="1099851"/>
                  <a:pt x="326040" y="1096041"/>
                  <a:pt x="368427" y="1096041"/>
                </a:cubicBezTo>
                <a:cubicBezTo>
                  <a:pt x="410813" y="1096041"/>
                  <a:pt x="452247" y="1099851"/>
                  <a:pt x="492728" y="1106709"/>
                </a:cubicBezTo>
                <a:lnTo>
                  <a:pt x="736854" y="37052"/>
                </a:lnTo>
                <a:cubicBezTo>
                  <a:pt x="617791" y="12763"/>
                  <a:pt x="494633" y="0"/>
                  <a:pt x="368427" y="0"/>
                </a:cubicBezTo>
                <a:cubicBezTo>
                  <a:pt x="242220" y="0"/>
                  <a:pt x="118967" y="12763"/>
                  <a:pt x="0" y="37052"/>
                </a:cubicBezTo>
                <a:lnTo>
                  <a:pt x="244125" y="1106709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89828" y="2321957"/>
            <a:ext cx="736854" cy="1106709"/>
          </a:xfrm>
          <a:custGeom>
            <a:avLst/>
            <a:gdLst/>
            <a:ahLst/>
            <a:cxnLst/>
            <a:rect l="0" t="0" r="0" b="0"/>
            <a:pathLst>
              <a:path w="736854" h="1106709">
                <a:moveTo>
                  <a:pt x="244125" y="1106709"/>
                </a:moveTo>
                <a:cubicBezTo>
                  <a:pt x="284606" y="1099851"/>
                  <a:pt x="326040" y="1096041"/>
                  <a:pt x="368427" y="1096041"/>
                </a:cubicBezTo>
                <a:cubicBezTo>
                  <a:pt x="410813" y="1096041"/>
                  <a:pt x="452247" y="1099851"/>
                  <a:pt x="492728" y="1106709"/>
                </a:cubicBezTo>
                <a:lnTo>
                  <a:pt x="736854" y="37052"/>
                </a:lnTo>
                <a:cubicBezTo>
                  <a:pt x="617791" y="12763"/>
                  <a:pt x="494633" y="0"/>
                  <a:pt x="368427" y="0"/>
                </a:cubicBezTo>
                <a:cubicBezTo>
                  <a:pt x="242220" y="0"/>
                  <a:pt x="118967" y="12763"/>
                  <a:pt x="0" y="37052"/>
                </a:cubicBezTo>
                <a:lnTo>
                  <a:pt x="244125" y="1106709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62090" y="2377249"/>
            <a:ext cx="907827" cy="1177766"/>
          </a:xfrm>
          <a:custGeom>
            <a:avLst/>
            <a:gdLst/>
            <a:ahLst/>
            <a:cxnLst/>
            <a:rect l="0" t="0" r="0" b="0"/>
            <a:pathLst>
              <a:path w="907827" h="1177766">
                <a:moveTo>
                  <a:pt x="244125" y="0"/>
                </a:moveTo>
                <a:lnTo>
                  <a:pt x="0" y="1069657"/>
                </a:lnTo>
                <a:cubicBezTo>
                  <a:pt x="81152" y="1092993"/>
                  <a:pt x="156590" y="1129855"/>
                  <a:pt x="223837" y="1177766"/>
                </a:cubicBezTo>
                <a:lnTo>
                  <a:pt x="907827" y="320039"/>
                </a:lnTo>
                <a:cubicBezTo>
                  <a:pt x="713422" y="171735"/>
                  <a:pt x="488537" y="61340"/>
                  <a:pt x="244125" y="0"/>
                </a:cubicBez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62090" y="2377249"/>
            <a:ext cx="907827" cy="1177766"/>
          </a:xfrm>
          <a:custGeom>
            <a:avLst/>
            <a:gdLst/>
            <a:ahLst/>
            <a:cxnLst/>
            <a:rect l="0" t="0" r="0" b="0"/>
            <a:pathLst>
              <a:path w="907827" h="1177766">
                <a:moveTo>
                  <a:pt x="244125" y="0"/>
                </a:moveTo>
                <a:lnTo>
                  <a:pt x="0" y="1069657"/>
                </a:lnTo>
                <a:cubicBezTo>
                  <a:pt x="81152" y="1092993"/>
                  <a:pt x="156590" y="1129855"/>
                  <a:pt x="223837" y="1177766"/>
                </a:cubicBezTo>
                <a:lnTo>
                  <a:pt x="907827" y="320039"/>
                </a:lnTo>
                <a:cubicBezTo>
                  <a:pt x="713422" y="171735"/>
                  <a:pt x="488537" y="61340"/>
                  <a:pt x="244125" y="0"/>
                </a:cubicBez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49640" y="2748200"/>
            <a:ext cx="1143762" cy="1051845"/>
          </a:xfrm>
          <a:custGeom>
            <a:avLst/>
            <a:gdLst/>
            <a:ahLst/>
            <a:cxnLst/>
            <a:rect l="0" t="0" r="0" b="0"/>
            <a:pathLst>
              <a:path w="1143762" h="1051845">
                <a:moveTo>
                  <a:pt x="0" y="857631"/>
                </a:moveTo>
                <a:cubicBezTo>
                  <a:pt x="62007" y="912971"/>
                  <a:pt x="114585" y="978598"/>
                  <a:pt x="155162" y="1051845"/>
                </a:cubicBezTo>
                <a:lnTo>
                  <a:pt x="1143762" y="575786"/>
                </a:lnTo>
                <a:cubicBezTo>
                  <a:pt x="1030605" y="353948"/>
                  <a:pt x="873537" y="158210"/>
                  <a:pt x="684085" y="0"/>
                </a:cubicBezTo>
                <a:lnTo>
                  <a:pt x="95" y="857726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49640" y="2748200"/>
            <a:ext cx="1143762" cy="1051845"/>
          </a:xfrm>
          <a:custGeom>
            <a:avLst/>
            <a:gdLst/>
            <a:ahLst/>
            <a:cxnLst/>
            <a:rect l="0" t="0" r="0" b="0"/>
            <a:pathLst>
              <a:path w="1143762" h="1051845">
                <a:moveTo>
                  <a:pt x="0" y="857631"/>
                </a:moveTo>
                <a:cubicBezTo>
                  <a:pt x="62007" y="912971"/>
                  <a:pt x="114585" y="978598"/>
                  <a:pt x="155162" y="1051845"/>
                </a:cubicBezTo>
                <a:lnTo>
                  <a:pt x="1143762" y="575786"/>
                </a:lnTo>
                <a:cubicBezTo>
                  <a:pt x="1030605" y="353948"/>
                  <a:pt x="873537" y="158210"/>
                  <a:pt x="684085" y="0"/>
                </a:cubicBezTo>
                <a:lnTo>
                  <a:pt x="95" y="857726"/>
                </a:lnTo>
                <a:lnTo>
                  <a:pt x="0" y="857631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34874" y="4183071"/>
            <a:ext cx="1155715" cy="659263"/>
          </a:xfrm>
          <a:custGeom>
            <a:avLst/>
            <a:gdLst/>
            <a:ahLst/>
            <a:cxnLst/>
            <a:rect l="0" t="0" r="0" b="0"/>
            <a:pathLst>
              <a:path w="1155715" h="659263">
                <a:moveTo>
                  <a:pt x="0" y="218255"/>
                </a:moveTo>
                <a:cubicBezTo>
                  <a:pt x="32813" y="149266"/>
                  <a:pt x="52730" y="75466"/>
                  <a:pt x="58550" y="0"/>
                </a:cubicBezTo>
                <a:lnTo>
                  <a:pt x="1155715" y="12334"/>
                </a:lnTo>
                <a:cubicBezTo>
                  <a:pt x="1146914" y="237162"/>
                  <a:pt x="1087278" y="457390"/>
                  <a:pt x="982446" y="659263"/>
                </a:cubicBezTo>
                <a:lnTo>
                  <a:pt x="47" y="218141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34874" y="4183071"/>
            <a:ext cx="1155713" cy="659260"/>
          </a:xfrm>
          <a:custGeom>
            <a:avLst/>
            <a:gdLst/>
            <a:ahLst/>
            <a:cxnLst/>
            <a:rect l="0" t="0" r="0" b="0"/>
            <a:pathLst>
              <a:path w="1155713" h="659260">
                <a:moveTo>
                  <a:pt x="0" y="218252"/>
                </a:moveTo>
                <a:cubicBezTo>
                  <a:pt x="32810" y="149268"/>
                  <a:pt x="52726" y="75463"/>
                  <a:pt x="58546" y="0"/>
                </a:cubicBezTo>
                <a:lnTo>
                  <a:pt x="1155713" y="12336"/>
                </a:lnTo>
                <a:cubicBezTo>
                  <a:pt x="1146910" y="237167"/>
                  <a:pt x="1087281" y="457394"/>
                  <a:pt x="982442" y="659260"/>
                </a:cubicBezTo>
                <a:lnTo>
                  <a:pt x="45" y="218137"/>
                </a:lnTo>
                <a:lnTo>
                  <a:pt x="0" y="218252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19595" y="4183071"/>
            <a:ext cx="1155715" cy="659263"/>
          </a:xfrm>
          <a:custGeom>
            <a:avLst/>
            <a:gdLst/>
            <a:ahLst/>
            <a:cxnLst/>
            <a:rect l="0" t="0" r="0" b="0"/>
            <a:pathLst>
              <a:path w="1155715" h="659263">
                <a:moveTo>
                  <a:pt x="1155715" y="218255"/>
                </a:moveTo>
                <a:cubicBezTo>
                  <a:pt x="1122902" y="149266"/>
                  <a:pt x="1102985" y="75466"/>
                  <a:pt x="1097165" y="0"/>
                </a:cubicBezTo>
                <a:lnTo>
                  <a:pt x="0" y="12334"/>
                </a:lnTo>
                <a:cubicBezTo>
                  <a:pt x="8801" y="237162"/>
                  <a:pt x="68427" y="457390"/>
                  <a:pt x="173269" y="659263"/>
                </a:cubicBezTo>
                <a:lnTo>
                  <a:pt x="1155668" y="218141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19595" y="4183071"/>
            <a:ext cx="1155713" cy="659260"/>
          </a:xfrm>
          <a:custGeom>
            <a:avLst/>
            <a:gdLst/>
            <a:ahLst/>
            <a:cxnLst/>
            <a:rect l="0" t="0" r="0" b="0"/>
            <a:pathLst>
              <a:path w="1155713" h="659260">
                <a:moveTo>
                  <a:pt x="1155713" y="218252"/>
                </a:moveTo>
                <a:cubicBezTo>
                  <a:pt x="1122902" y="149268"/>
                  <a:pt x="1102986" y="75463"/>
                  <a:pt x="1097166" y="0"/>
                </a:cubicBezTo>
                <a:lnTo>
                  <a:pt x="0" y="12336"/>
                </a:lnTo>
                <a:cubicBezTo>
                  <a:pt x="8803" y="237167"/>
                  <a:pt x="68431" y="457394"/>
                  <a:pt x="173271" y="659260"/>
                </a:cubicBezTo>
                <a:lnTo>
                  <a:pt x="1155667" y="218137"/>
                </a:lnTo>
                <a:lnTo>
                  <a:pt x="1155713" y="218252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50020" y="4476876"/>
            <a:ext cx="1127445" cy="1071791"/>
          </a:xfrm>
          <a:custGeom>
            <a:avLst/>
            <a:gdLst/>
            <a:ahLst/>
            <a:cxnLst/>
            <a:rect l="0" t="0" r="0" b="0"/>
            <a:pathLst>
              <a:path w="1127445" h="1071791">
                <a:moveTo>
                  <a:pt x="0" y="184746"/>
                </a:moveTo>
                <a:cubicBezTo>
                  <a:pt x="64817" y="133026"/>
                  <a:pt x="120757" y="70608"/>
                  <a:pt x="165115" y="0"/>
                </a:cubicBezTo>
                <a:lnTo>
                  <a:pt x="1127445" y="524065"/>
                </a:lnTo>
                <a:cubicBezTo>
                  <a:pt x="1002830" y="738416"/>
                  <a:pt x="835733" y="924572"/>
                  <a:pt x="638260" y="1071791"/>
                </a:cubicBezTo>
                <a:lnTo>
                  <a:pt x="95" y="184651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50020" y="4476876"/>
            <a:ext cx="1127443" cy="1071790"/>
          </a:xfrm>
          <a:custGeom>
            <a:avLst/>
            <a:gdLst/>
            <a:ahLst/>
            <a:cxnLst/>
            <a:rect l="0" t="0" r="0" b="0"/>
            <a:pathLst>
              <a:path w="1127443" h="1071790">
                <a:moveTo>
                  <a:pt x="0" y="184742"/>
                </a:moveTo>
                <a:cubicBezTo>
                  <a:pt x="64819" y="133027"/>
                  <a:pt x="120759" y="70608"/>
                  <a:pt x="165113" y="0"/>
                </a:cubicBezTo>
                <a:lnTo>
                  <a:pt x="1127443" y="524067"/>
                </a:lnTo>
                <a:cubicBezTo>
                  <a:pt x="1002831" y="738419"/>
                  <a:pt x="835735" y="924576"/>
                  <a:pt x="638262" y="1071790"/>
                </a:cubicBezTo>
                <a:lnTo>
                  <a:pt x="100" y="184652"/>
                </a:lnTo>
                <a:lnTo>
                  <a:pt x="0" y="184742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928643" y="4472951"/>
            <a:ext cx="1133227" cy="1060589"/>
          </a:xfrm>
          <a:custGeom>
            <a:avLst/>
            <a:gdLst/>
            <a:ahLst/>
            <a:cxnLst/>
            <a:rect l="0" t="0" r="0" b="0"/>
            <a:pathLst>
              <a:path w="1133227" h="1060589">
                <a:moveTo>
                  <a:pt x="1133227" y="187080"/>
                </a:moveTo>
                <a:cubicBezTo>
                  <a:pt x="1069324" y="134388"/>
                  <a:pt x="1014488" y="71180"/>
                  <a:pt x="971378" y="0"/>
                </a:cubicBezTo>
                <a:lnTo>
                  <a:pt x="0" y="505939"/>
                </a:lnTo>
                <a:cubicBezTo>
                  <a:pt x="120834" y="721842"/>
                  <a:pt x="284635" y="910370"/>
                  <a:pt x="479488" y="1060589"/>
                </a:cubicBezTo>
                <a:lnTo>
                  <a:pt x="1133132" y="186985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928643" y="4472951"/>
            <a:ext cx="1133229" cy="1060586"/>
          </a:xfrm>
          <a:custGeom>
            <a:avLst/>
            <a:gdLst/>
            <a:ahLst/>
            <a:cxnLst/>
            <a:rect l="0" t="0" r="0" b="0"/>
            <a:pathLst>
              <a:path w="1133229" h="1060586">
                <a:moveTo>
                  <a:pt x="1133229" y="187080"/>
                </a:moveTo>
                <a:cubicBezTo>
                  <a:pt x="1069327" y="134388"/>
                  <a:pt x="1014491" y="71176"/>
                  <a:pt x="971383" y="0"/>
                </a:cubicBezTo>
                <a:lnTo>
                  <a:pt x="0" y="505941"/>
                </a:lnTo>
                <a:cubicBezTo>
                  <a:pt x="120830" y="721846"/>
                  <a:pt x="284632" y="910370"/>
                  <a:pt x="479491" y="1060586"/>
                </a:cubicBezTo>
                <a:lnTo>
                  <a:pt x="1133130" y="186988"/>
                </a:lnTo>
                <a:lnTo>
                  <a:pt x="1133229" y="187080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240140" y="3397348"/>
            <a:ext cx="1152048" cy="718470"/>
          </a:xfrm>
          <a:custGeom>
            <a:avLst/>
            <a:gdLst/>
            <a:ahLst/>
            <a:cxnLst/>
            <a:rect l="0" t="0" r="0" b="0"/>
            <a:pathLst>
              <a:path w="1152048" h="718470">
                <a:moveTo>
                  <a:pt x="95" y="476059"/>
                </a:moveTo>
                <a:cubicBezTo>
                  <a:pt x="31527" y="551402"/>
                  <a:pt x="50768" y="633031"/>
                  <a:pt x="55435" y="718470"/>
                </a:cubicBezTo>
                <a:lnTo>
                  <a:pt x="1152048" y="718470"/>
                </a:lnTo>
                <a:cubicBezTo>
                  <a:pt x="1146429" y="462629"/>
                  <a:pt x="1088516" y="219741"/>
                  <a:pt x="988504" y="0"/>
                </a:cubicBezTo>
                <a:lnTo>
                  <a:pt x="0" y="476059"/>
                </a:ln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240140" y="3397348"/>
            <a:ext cx="1152048" cy="718470"/>
          </a:xfrm>
          <a:custGeom>
            <a:avLst/>
            <a:gdLst/>
            <a:ahLst/>
            <a:cxnLst/>
            <a:rect l="0" t="0" r="0" b="0"/>
            <a:pathLst>
              <a:path w="1152048" h="718470">
                <a:moveTo>
                  <a:pt x="95" y="476059"/>
                </a:moveTo>
                <a:cubicBezTo>
                  <a:pt x="31527" y="551402"/>
                  <a:pt x="50768" y="633031"/>
                  <a:pt x="55435" y="718470"/>
                </a:cubicBezTo>
                <a:lnTo>
                  <a:pt x="1152048" y="718470"/>
                </a:lnTo>
                <a:cubicBezTo>
                  <a:pt x="1146429" y="462629"/>
                  <a:pt x="1088516" y="219741"/>
                  <a:pt x="988504" y="0"/>
                </a:cubicBezTo>
                <a:lnTo>
                  <a:pt x="0" y="476059"/>
                </a:lnTo>
                <a:lnTo>
                  <a:pt x="95" y="476059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93939" y="2538650"/>
            <a:ext cx="328612" cy="328612"/>
          </a:xfrm>
          <a:custGeom>
            <a:avLst/>
            <a:gdLst/>
            <a:ahLst/>
            <a:cxnLst/>
            <a:rect l="0" t="0" r="0" b="0"/>
            <a:pathLst>
              <a:path w="328612" h="328612">
                <a:moveTo>
                  <a:pt x="214312" y="214326"/>
                </a:moveTo>
                <a:lnTo>
                  <a:pt x="314325" y="214326"/>
                </a:lnTo>
                <a:cubicBezTo>
                  <a:pt x="314325" y="214326"/>
                  <a:pt x="328612" y="214326"/>
                  <a:pt x="328612" y="228614"/>
                </a:cubicBezTo>
                <a:lnTo>
                  <a:pt x="328612" y="314325"/>
                </a:lnTo>
                <a:cubicBezTo>
                  <a:pt x="328612" y="314325"/>
                  <a:pt x="328612" y="328612"/>
                  <a:pt x="314325" y="328612"/>
                </a:cubicBezTo>
                <a:lnTo>
                  <a:pt x="214312" y="328612"/>
                </a:lnTo>
                <a:cubicBezTo>
                  <a:pt x="214312" y="328612"/>
                  <a:pt x="200025" y="328612"/>
                  <a:pt x="200025" y="314325"/>
                </a:cubicBezTo>
                <a:lnTo>
                  <a:pt x="200025" y="228614"/>
                </a:lnTo>
                <a:cubicBezTo>
                  <a:pt x="200025" y="228614"/>
                  <a:pt x="200025" y="214326"/>
                  <a:pt x="214312" y="214326"/>
                </a:cubicBezTo>
                <a:moveTo>
                  <a:pt x="246459" y="272362"/>
                </a:moveTo>
                <a:cubicBezTo>
                  <a:pt x="246459" y="282226"/>
                  <a:pt x="254455" y="290221"/>
                  <a:pt x="264318" y="290221"/>
                </a:cubicBezTo>
                <a:cubicBezTo>
                  <a:pt x="274182" y="290221"/>
                  <a:pt x="282178" y="282226"/>
                  <a:pt x="282178" y="272362"/>
                </a:cubicBezTo>
                <a:cubicBezTo>
                  <a:pt x="282178" y="262499"/>
                  <a:pt x="274182" y="254503"/>
                  <a:pt x="264318" y="254503"/>
                </a:cubicBezTo>
                <a:cubicBezTo>
                  <a:pt x="254455" y="254503"/>
                  <a:pt x="246459" y="262499"/>
                  <a:pt x="246459" y="272362"/>
                </a:cubicBezTo>
                <a:moveTo>
                  <a:pt x="300037" y="192881"/>
                </a:moveTo>
                <a:cubicBezTo>
                  <a:pt x="300037" y="173154"/>
                  <a:pt x="284045" y="157162"/>
                  <a:pt x="264318" y="157162"/>
                </a:cubicBezTo>
                <a:cubicBezTo>
                  <a:pt x="244591" y="157162"/>
                  <a:pt x="228600" y="173154"/>
                  <a:pt x="228600" y="192881"/>
                </a:cubicBezTo>
                <a:lnTo>
                  <a:pt x="228600" y="214312"/>
                </a:lnTo>
                <a:lnTo>
                  <a:pt x="300037" y="214312"/>
                </a:lnTo>
                <a:close/>
                <a:moveTo>
                  <a:pt x="157162" y="214312"/>
                </a:moveTo>
                <a:lnTo>
                  <a:pt x="14287" y="214312"/>
                </a:lnTo>
                <a:cubicBezTo>
                  <a:pt x="6396" y="214312"/>
                  <a:pt x="0" y="207915"/>
                  <a:pt x="0" y="200025"/>
                </a:cubicBezTo>
                <a:lnTo>
                  <a:pt x="0" y="63065"/>
                </a:lnTo>
                <a:cubicBezTo>
                  <a:pt x="0" y="59276"/>
                  <a:pt x="1506" y="55642"/>
                  <a:pt x="4186" y="52963"/>
                </a:cubicBezTo>
                <a:lnTo>
                  <a:pt x="52963" y="4186"/>
                </a:lnTo>
                <a:cubicBezTo>
                  <a:pt x="55642" y="1506"/>
                  <a:pt x="59276" y="0"/>
                  <a:pt x="63065" y="0"/>
                </a:cubicBezTo>
                <a:lnTo>
                  <a:pt x="136959" y="0"/>
                </a:lnTo>
                <a:cubicBezTo>
                  <a:pt x="140748" y="0"/>
                  <a:pt x="144382" y="1506"/>
                  <a:pt x="147061" y="4186"/>
                </a:cubicBezTo>
                <a:lnTo>
                  <a:pt x="195838" y="52963"/>
                </a:lnTo>
                <a:cubicBezTo>
                  <a:pt x="198518" y="55642"/>
                  <a:pt x="200024" y="59276"/>
                  <a:pt x="200025" y="63065"/>
                </a:cubicBezTo>
                <a:lnTo>
                  <a:pt x="200025" y="114300"/>
                </a:lnTo>
                <a:moveTo>
                  <a:pt x="1285" y="57150"/>
                </a:moveTo>
                <a:lnTo>
                  <a:pt x="198739" y="57150"/>
                </a:lnTo>
                <a:moveTo>
                  <a:pt x="100012" y="0"/>
                </a:moveTo>
                <a:lnTo>
                  <a:pt x="100012" y="5715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14915" y="2615327"/>
            <a:ext cx="132408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Quality Issues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29583" y="2729150"/>
            <a:ext cx="257175" cy="328612"/>
          </a:xfrm>
          <a:custGeom>
            <a:avLst/>
            <a:gdLst/>
            <a:ahLst/>
            <a:cxnLst/>
            <a:rect l="0" t="0" r="0" b="0"/>
            <a:pathLst>
              <a:path w="257175" h="328612">
                <a:moveTo>
                  <a:pt x="242887" y="0"/>
                </a:moveTo>
                <a:lnTo>
                  <a:pt x="21431" y="0"/>
                </a:lnTo>
                <a:cubicBezTo>
                  <a:pt x="9595" y="0"/>
                  <a:pt x="0" y="9595"/>
                  <a:pt x="0" y="21431"/>
                </a:cubicBezTo>
                <a:cubicBezTo>
                  <a:pt x="0" y="33267"/>
                  <a:pt x="9595" y="42862"/>
                  <a:pt x="21431" y="42862"/>
                </a:cubicBezTo>
                <a:lnTo>
                  <a:pt x="250031" y="42862"/>
                </a:lnTo>
                <a:cubicBezTo>
                  <a:pt x="253976" y="42862"/>
                  <a:pt x="257175" y="46060"/>
                  <a:pt x="257175" y="50006"/>
                </a:cubicBezTo>
                <a:lnTo>
                  <a:pt x="257175" y="321468"/>
                </a:lnTo>
                <a:cubicBezTo>
                  <a:pt x="257175" y="325414"/>
                  <a:pt x="253976" y="328612"/>
                  <a:pt x="250031" y="328612"/>
                </a:cubicBezTo>
                <a:lnTo>
                  <a:pt x="28575" y="328612"/>
                </a:lnTo>
                <a:cubicBezTo>
                  <a:pt x="12793" y="328612"/>
                  <a:pt x="0" y="315819"/>
                  <a:pt x="0" y="300037"/>
                </a:cubicBezTo>
                <a:lnTo>
                  <a:pt x="0" y="21431"/>
                </a:lnTo>
                <a:moveTo>
                  <a:pt x="50006" y="267461"/>
                </a:moveTo>
                <a:cubicBezTo>
                  <a:pt x="50006" y="267461"/>
                  <a:pt x="78867" y="254703"/>
                  <a:pt x="99040" y="247245"/>
                </a:cubicBezTo>
                <a:cubicBezTo>
                  <a:pt x="112271" y="242315"/>
                  <a:pt x="110385" y="219998"/>
                  <a:pt x="102727" y="211612"/>
                </a:cubicBezTo>
                <a:cubicBezTo>
                  <a:pt x="89298" y="198446"/>
                  <a:pt x="82666" y="179839"/>
                  <a:pt x="84739" y="161148"/>
                </a:cubicBezTo>
                <a:cubicBezTo>
                  <a:pt x="83593" y="148933"/>
                  <a:pt x="87737" y="136813"/>
                  <a:pt x="96120" y="127856"/>
                </a:cubicBezTo>
                <a:cubicBezTo>
                  <a:pt x="104503" y="118899"/>
                  <a:pt x="116323" y="113964"/>
                  <a:pt x="128587" y="114300"/>
                </a:cubicBezTo>
                <a:cubicBezTo>
                  <a:pt x="140851" y="113964"/>
                  <a:pt x="152671" y="118899"/>
                  <a:pt x="161054" y="127856"/>
                </a:cubicBezTo>
                <a:cubicBezTo>
                  <a:pt x="169437" y="136813"/>
                  <a:pt x="173581" y="148933"/>
                  <a:pt x="172435" y="161148"/>
                </a:cubicBezTo>
                <a:cubicBezTo>
                  <a:pt x="174508" y="179839"/>
                  <a:pt x="167876" y="198446"/>
                  <a:pt x="154447" y="211612"/>
                </a:cubicBezTo>
                <a:cubicBezTo>
                  <a:pt x="146789" y="219998"/>
                  <a:pt x="144903" y="242315"/>
                  <a:pt x="158134" y="247245"/>
                </a:cubicBezTo>
                <a:cubicBezTo>
                  <a:pt x="178308" y="254703"/>
                  <a:pt x="207168" y="267461"/>
                  <a:pt x="207168" y="267461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015446" y="2655332"/>
            <a:ext cx="332184" cy="332184"/>
          </a:xfrm>
          <a:custGeom>
            <a:avLst/>
            <a:gdLst/>
            <a:ahLst/>
            <a:cxnLst/>
            <a:rect l="0" t="0" r="0" b="0"/>
            <a:pathLst>
              <a:path w="332184" h="332184">
                <a:moveTo>
                  <a:pt x="170735" y="137874"/>
                </a:moveTo>
                <a:cubicBezTo>
                  <a:pt x="202298" y="137874"/>
                  <a:pt x="227885" y="125081"/>
                  <a:pt x="227885" y="109299"/>
                </a:cubicBezTo>
                <a:cubicBezTo>
                  <a:pt x="227885" y="93518"/>
                  <a:pt x="202298" y="80724"/>
                  <a:pt x="170735" y="80724"/>
                </a:cubicBezTo>
                <a:cubicBezTo>
                  <a:pt x="139171" y="80724"/>
                  <a:pt x="113584" y="93518"/>
                  <a:pt x="113584" y="109299"/>
                </a:cubicBezTo>
                <a:cubicBezTo>
                  <a:pt x="113584" y="125081"/>
                  <a:pt x="139171" y="137874"/>
                  <a:pt x="170735" y="137874"/>
                </a:cubicBezTo>
                <a:close/>
                <a:moveTo>
                  <a:pt x="113584" y="109299"/>
                </a:moveTo>
                <a:lnTo>
                  <a:pt x="113584" y="157876"/>
                </a:lnTo>
                <a:cubicBezTo>
                  <a:pt x="113584" y="173593"/>
                  <a:pt x="139302" y="186451"/>
                  <a:pt x="170735" y="186451"/>
                </a:cubicBezTo>
                <a:cubicBezTo>
                  <a:pt x="202168" y="186451"/>
                  <a:pt x="227885" y="173593"/>
                  <a:pt x="227885" y="157876"/>
                </a:cubicBezTo>
                <a:lnTo>
                  <a:pt x="227885" y="109299"/>
                </a:lnTo>
                <a:moveTo>
                  <a:pt x="113584" y="159305"/>
                </a:moveTo>
                <a:lnTo>
                  <a:pt x="113584" y="207883"/>
                </a:lnTo>
                <a:cubicBezTo>
                  <a:pt x="113584" y="223599"/>
                  <a:pt x="139302" y="236458"/>
                  <a:pt x="170735" y="236458"/>
                </a:cubicBezTo>
                <a:cubicBezTo>
                  <a:pt x="202168" y="236458"/>
                  <a:pt x="227885" y="223599"/>
                  <a:pt x="227885" y="207883"/>
                </a:cubicBezTo>
                <a:lnTo>
                  <a:pt x="227885" y="159305"/>
                </a:lnTo>
                <a:moveTo>
                  <a:pt x="53578" y="10715"/>
                </a:moveTo>
                <a:lnTo>
                  <a:pt x="10715" y="10715"/>
                </a:lnTo>
                <a:lnTo>
                  <a:pt x="10715" y="53578"/>
                </a:lnTo>
                <a:moveTo>
                  <a:pt x="0" y="0"/>
                </a:moveTo>
                <a:moveTo>
                  <a:pt x="10715" y="10715"/>
                </a:moveTo>
                <a:lnTo>
                  <a:pt x="60721" y="60721"/>
                </a:lnTo>
                <a:moveTo>
                  <a:pt x="289321" y="10715"/>
                </a:moveTo>
                <a:lnTo>
                  <a:pt x="332184" y="10715"/>
                </a:lnTo>
                <a:lnTo>
                  <a:pt x="332184" y="53578"/>
                </a:lnTo>
                <a:moveTo>
                  <a:pt x="0" y="0"/>
                </a:moveTo>
                <a:moveTo>
                  <a:pt x="332184" y="10715"/>
                </a:moveTo>
                <a:lnTo>
                  <a:pt x="282178" y="60721"/>
                </a:lnTo>
                <a:moveTo>
                  <a:pt x="53578" y="332184"/>
                </a:moveTo>
                <a:lnTo>
                  <a:pt x="10715" y="332184"/>
                </a:lnTo>
                <a:lnTo>
                  <a:pt x="10715" y="289321"/>
                </a:lnTo>
                <a:moveTo>
                  <a:pt x="0" y="0"/>
                </a:moveTo>
                <a:moveTo>
                  <a:pt x="10715" y="332184"/>
                </a:moveTo>
                <a:lnTo>
                  <a:pt x="60721" y="282178"/>
                </a:lnTo>
                <a:moveTo>
                  <a:pt x="289321" y="332184"/>
                </a:moveTo>
                <a:lnTo>
                  <a:pt x="332184" y="332184"/>
                </a:lnTo>
                <a:lnTo>
                  <a:pt x="332184" y="289321"/>
                </a:lnTo>
                <a:moveTo>
                  <a:pt x="0" y="0"/>
                </a:moveTo>
                <a:moveTo>
                  <a:pt x="332184" y="332184"/>
                </a:moveTo>
                <a:lnTo>
                  <a:pt x="282178" y="282178"/>
                </a:lnTo>
                <a:moveTo>
                  <a:pt x="256460" y="240744"/>
                </a:moveTo>
                <a:cubicBezTo>
                  <a:pt x="290750" y="225028"/>
                  <a:pt x="313610" y="200739"/>
                  <a:pt x="313610" y="172164"/>
                </a:cubicBezTo>
                <a:cubicBezTo>
                  <a:pt x="313610" y="149304"/>
                  <a:pt x="297894" y="127872"/>
                  <a:pt x="272176" y="112156"/>
                </a:cubicBezTo>
                <a:moveTo>
                  <a:pt x="72151" y="110728"/>
                </a:moveTo>
                <a:cubicBezTo>
                  <a:pt x="45005" y="126444"/>
                  <a:pt x="27859" y="147875"/>
                  <a:pt x="27859" y="172164"/>
                </a:cubicBezTo>
                <a:cubicBezTo>
                  <a:pt x="27859" y="200739"/>
                  <a:pt x="50719" y="225028"/>
                  <a:pt x="85009" y="240744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91294" y="2054125"/>
            <a:ext cx="2587449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Difficulties combining data across sources and systems.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27596" y="2597434"/>
            <a:ext cx="178734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Ownership Concerns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408" y="2783454"/>
            <a:ext cx="272189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Errors, inconsistencies, or missing data.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27596" y="2799636"/>
            <a:ext cx="2183290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Uncertainty over control, access, and data rights.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69989" y="3110150"/>
            <a:ext cx="329268" cy="328612"/>
          </a:xfrm>
          <a:custGeom>
            <a:avLst/>
            <a:gdLst/>
            <a:ahLst/>
            <a:cxnLst/>
            <a:rect l="0" t="0" r="0" b="0"/>
            <a:pathLst>
              <a:path w="329268" h="328612">
                <a:moveTo>
                  <a:pt x="57150" y="114300"/>
                </a:moveTo>
                <a:lnTo>
                  <a:pt x="192881" y="114300"/>
                </a:lnTo>
                <a:moveTo>
                  <a:pt x="57150" y="157162"/>
                </a:moveTo>
                <a:lnTo>
                  <a:pt x="192881" y="157162"/>
                </a:lnTo>
                <a:moveTo>
                  <a:pt x="57150" y="71437"/>
                </a:moveTo>
                <a:lnTo>
                  <a:pt x="157162" y="71437"/>
                </a:lnTo>
                <a:moveTo>
                  <a:pt x="57150" y="200025"/>
                </a:moveTo>
                <a:lnTo>
                  <a:pt x="157162" y="200025"/>
                </a:lnTo>
                <a:moveTo>
                  <a:pt x="57150" y="242887"/>
                </a:moveTo>
                <a:lnTo>
                  <a:pt x="121443" y="242887"/>
                </a:lnTo>
                <a:moveTo>
                  <a:pt x="114300" y="328612"/>
                </a:moveTo>
                <a:lnTo>
                  <a:pt x="14287" y="328612"/>
                </a:lnTo>
                <a:cubicBezTo>
                  <a:pt x="6396" y="328612"/>
                  <a:pt x="0" y="322215"/>
                  <a:pt x="0" y="314325"/>
                </a:cubicBezTo>
                <a:lnTo>
                  <a:pt x="0" y="14287"/>
                </a:lnTo>
                <a:cubicBezTo>
                  <a:pt x="0" y="6396"/>
                  <a:pt x="6396" y="0"/>
                  <a:pt x="14287" y="0"/>
                </a:cubicBezTo>
                <a:lnTo>
                  <a:pt x="204211" y="0"/>
                </a:lnTo>
                <a:cubicBezTo>
                  <a:pt x="208000" y="0"/>
                  <a:pt x="211633" y="1506"/>
                  <a:pt x="214312" y="4186"/>
                </a:cubicBezTo>
                <a:lnTo>
                  <a:pt x="267276" y="57150"/>
                </a:lnTo>
                <a:cubicBezTo>
                  <a:pt x="269955" y="59828"/>
                  <a:pt x="271461" y="63462"/>
                  <a:pt x="271462" y="67251"/>
                </a:cubicBezTo>
                <a:lnTo>
                  <a:pt x="271462" y="114300"/>
                </a:lnTo>
                <a:moveTo>
                  <a:pt x="242887" y="285750"/>
                </a:moveTo>
                <a:cubicBezTo>
                  <a:pt x="244860" y="285750"/>
                  <a:pt x="246459" y="287349"/>
                  <a:pt x="246459" y="289321"/>
                </a:cubicBezTo>
                <a:cubicBezTo>
                  <a:pt x="246459" y="291294"/>
                  <a:pt x="244860" y="292893"/>
                  <a:pt x="242887" y="292893"/>
                </a:cubicBezTo>
                <a:cubicBezTo>
                  <a:pt x="240914" y="292893"/>
                  <a:pt x="239315" y="291294"/>
                  <a:pt x="239315" y="289321"/>
                </a:cubicBezTo>
                <a:cubicBezTo>
                  <a:pt x="239315" y="287349"/>
                  <a:pt x="240914" y="285750"/>
                  <a:pt x="242887" y="285750"/>
                </a:cubicBezTo>
                <a:moveTo>
                  <a:pt x="242887" y="214312"/>
                </a:moveTo>
                <a:lnTo>
                  <a:pt x="242887" y="257175"/>
                </a:lnTo>
                <a:moveTo>
                  <a:pt x="254860" y="171450"/>
                </a:moveTo>
                <a:cubicBezTo>
                  <a:pt x="252500" y="167030"/>
                  <a:pt x="247897" y="164270"/>
                  <a:pt x="242887" y="164270"/>
                </a:cubicBezTo>
                <a:cubicBezTo>
                  <a:pt x="237877" y="164270"/>
                  <a:pt x="233274" y="167030"/>
                  <a:pt x="230914" y="171450"/>
                </a:cubicBezTo>
                <a:lnTo>
                  <a:pt x="158676" y="309110"/>
                </a:lnTo>
                <a:cubicBezTo>
                  <a:pt x="156506" y="313235"/>
                  <a:pt x="156674" y="318200"/>
                  <a:pt x="159119" y="322168"/>
                </a:cubicBezTo>
                <a:cubicBezTo>
                  <a:pt x="161594" y="326155"/>
                  <a:pt x="165957" y="328577"/>
                  <a:pt x="170649" y="328569"/>
                </a:cubicBezTo>
                <a:lnTo>
                  <a:pt x="315125" y="328569"/>
                </a:lnTo>
                <a:cubicBezTo>
                  <a:pt x="319817" y="328577"/>
                  <a:pt x="324180" y="326155"/>
                  <a:pt x="326655" y="322168"/>
                </a:cubicBezTo>
                <a:cubicBezTo>
                  <a:pt x="329100" y="318200"/>
                  <a:pt x="329268" y="313235"/>
                  <a:pt x="327098" y="30911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563133" y="3094672"/>
            <a:ext cx="257175" cy="321468"/>
          </a:xfrm>
          <a:custGeom>
            <a:avLst/>
            <a:gdLst/>
            <a:ahLst/>
            <a:cxnLst/>
            <a:rect l="0" t="0" r="0" b="0"/>
            <a:pathLst>
              <a:path w="257175" h="321468">
                <a:moveTo>
                  <a:pt x="257175" y="321468"/>
                </a:moveTo>
                <a:lnTo>
                  <a:pt x="32146" y="321468"/>
                </a:lnTo>
                <a:cubicBezTo>
                  <a:pt x="14430" y="321468"/>
                  <a:pt x="0" y="307038"/>
                  <a:pt x="0" y="289321"/>
                </a:cubicBezTo>
                <a:moveTo>
                  <a:pt x="42862" y="0"/>
                </a:moveTo>
                <a:cubicBezTo>
                  <a:pt x="19145" y="0"/>
                  <a:pt x="0" y="19145"/>
                  <a:pt x="0" y="42862"/>
                </a:cubicBezTo>
                <a:lnTo>
                  <a:pt x="0" y="289321"/>
                </a:lnTo>
                <a:cubicBezTo>
                  <a:pt x="0" y="271605"/>
                  <a:pt x="14430" y="257175"/>
                  <a:pt x="32146" y="257175"/>
                </a:cubicBezTo>
                <a:lnTo>
                  <a:pt x="246459" y="257175"/>
                </a:lnTo>
                <a:cubicBezTo>
                  <a:pt x="252317" y="257175"/>
                  <a:pt x="257175" y="252317"/>
                  <a:pt x="257175" y="246459"/>
                </a:cubicBezTo>
                <a:lnTo>
                  <a:pt x="257175" y="10715"/>
                </a:lnTo>
                <a:cubicBezTo>
                  <a:pt x="257175" y="4857"/>
                  <a:pt x="252317" y="0"/>
                  <a:pt x="246459" y="0"/>
                </a:cubicBezTo>
                <a:close/>
                <a:moveTo>
                  <a:pt x="235743" y="321468"/>
                </a:moveTo>
                <a:lnTo>
                  <a:pt x="235743" y="257175"/>
                </a:lnTo>
                <a:moveTo>
                  <a:pt x="128598" y="158714"/>
                </a:moveTo>
                <a:lnTo>
                  <a:pt x="128598" y="132990"/>
                </a:lnTo>
                <a:cubicBezTo>
                  <a:pt x="154019" y="132990"/>
                  <a:pt x="172505" y="112193"/>
                  <a:pt x="172505" y="89084"/>
                </a:cubicBezTo>
                <a:cubicBezTo>
                  <a:pt x="172505" y="63664"/>
                  <a:pt x="151707" y="45178"/>
                  <a:pt x="128598" y="45178"/>
                </a:cubicBezTo>
                <a:cubicBezTo>
                  <a:pt x="103180" y="45178"/>
                  <a:pt x="84692" y="65975"/>
                  <a:pt x="84692" y="89084"/>
                </a:cubicBezTo>
                <a:moveTo>
                  <a:pt x="128571" y="212209"/>
                </a:moveTo>
                <a:cubicBezTo>
                  <a:pt x="125761" y="212209"/>
                  <a:pt x="122951" y="209399"/>
                  <a:pt x="122951" y="206588"/>
                </a:cubicBezTo>
                <a:cubicBezTo>
                  <a:pt x="122951" y="203778"/>
                  <a:pt x="125761" y="200966"/>
                  <a:pt x="128571" y="200966"/>
                </a:cubicBezTo>
                <a:moveTo>
                  <a:pt x="128571" y="200966"/>
                </a:moveTo>
                <a:cubicBezTo>
                  <a:pt x="131382" y="200966"/>
                  <a:pt x="134192" y="203778"/>
                  <a:pt x="134192" y="206588"/>
                </a:cubicBezTo>
                <a:cubicBezTo>
                  <a:pt x="134192" y="209399"/>
                  <a:pt x="131382" y="212209"/>
                  <a:pt x="128571" y="212209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79547" y="2085289"/>
            <a:ext cx="2297569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Limited documentation to support interpretation and reuse.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2282" y="1853625"/>
            <a:ext cx="191719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ntegration 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hallenges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228" y="3438762"/>
            <a:ext cx="163506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Lack of Standardization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69161" y="3681650"/>
            <a:ext cx="322403" cy="328612"/>
          </a:xfrm>
          <a:custGeom>
            <a:avLst/>
            <a:gdLst/>
            <a:ahLst/>
            <a:cxnLst/>
            <a:rect l="0" t="0" r="0" b="0"/>
            <a:pathLst>
              <a:path w="322403" h="328612">
                <a:moveTo>
                  <a:pt x="85725" y="314325"/>
                </a:moveTo>
                <a:cubicBezTo>
                  <a:pt x="85725" y="322215"/>
                  <a:pt x="79328" y="328612"/>
                  <a:pt x="71437" y="328612"/>
                </a:cubicBezTo>
                <a:lnTo>
                  <a:pt x="14287" y="328612"/>
                </a:lnTo>
                <a:cubicBezTo>
                  <a:pt x="6396" y="328612"/>
                  <a:pt x="0" y="322215"/>
                  <a:pt x="0" y="314325"/>
                </a:cubicBezTo>
                <a:lnTo>
                  <a:pt x="0" y="14287"/>
                </a:lnTo>
                <a:cubicBezTo>
                  <a:pt x="0" y="6396"/>
                  <a:pt x="6396" y="0"/>
                  <a:pt x="14287" y="0"/>
                </a:cubicBezTo>
                <a:lnTo>
                  <a:pt x="71437" y="0"/>
                </a:lnTo>
                <a:cubicBezTo>
                  <a:pt x="79328" y="0"/>
                  <a:pt x="85725" y="6396"/>
                  <a:pt x="85725" y="14287"/>
                </a:cubicBezTo>
                <a:close/>
                <a:moveTo>
                  <a:pt x="171450" y="314325"/>
                </a:moveTo>
                <a:cubicBezTo>
                  <a:pt x="171450" y="322215"/>
                  <a:pt x="165053" y="328612"/>
                  <a:pt x="157162" y="328612"/>
                </a:cubicBezTo>
                <a:lnTo>
                  <a:pt x="100012" y="328612"/>
                </a:lnTo>
                <a:cubicBezTo>
                  <a:pt x="92121" y="328612"/>
                  <a:pt x="85725" y="322215"/>
                  <a:pt x="85725" y="314325"/>
                </a:cubicBezTo>
                <a:lnTo>
                  <a:pt x="85725" y="128587"/>
                </a:lnTo>
                <a:cubicBezTo>
                  <a:pt x="85725" y="120696"/>
                  <a:pt x="92121" y="114300"/>
                  <a:pt x="100012" y="114300"/>
                </a:cubicBezTo>
                <a:lnTo>
                  <a:pt x="157162" y="114300"/>
                </a:lnTo>
                <a:cubicBezTo>
                  <a:pt x="165053" y="114300"/>
                  <a:pt x="171450" y="120696"/>
                  <a:pt x="171450" y="128587"/>
                </a:cubicBezTo>
                <a:close/>
                <a:moveTo>
                  <a:pt x="128587" y="278606"/>
                </a:moveTo>
                <a:lnTo>
                  <a:pt x="128587" y="300037"/>
                </a:lnTo>
                <a:moveTo>
                  <a:pt x="42862" y="28575"/>
                </a:moveTo>
                <a:lnTo>
                  <a:pt x="42862" y="214312"/>
                </a:lnTo>
                <a:moveTo>
                  <a:pt x="128587" y="142875"/>
                </a:moveTo>
                <a:lnTo>
                  <a:pt x="128587" y="250031"/>
                </a:lnTo>
                <a:moveTo>
                  <a:pt x="42805" y="250031"/>
                </a:moveTo>
                <a:lnTo>
                  <a:pt x="42805" y="292893"/>
                </a:lnTo>
                <a:moveTo>
                  <a:pt x="319954" y="288436"/>
                </a:moveTo>
                <a:cubicBezTo>
                  <a:pt x="322403" y="295936"/>
                  <a:pt x="318310" y="304002"/>
                  <a:pt x="310810" y="306452"/>
                </a:cubicBezTo>
                <a:lnTo>
                  <a:pt x="256517" y="324183"/>
                </a:lnTo>
                <a:cubicBezTo>
                  <a:pt x="249013" y="326631"/>
                  <a:pt x="240945" y="322530"/>
                  <a:pt x="238501" y="315025"/>
                </a:cubicBezTo>
                <a:lnTo>
                  <a:pt x="158676" y="70537"/>
                </a:lnTo>
                <a:cubicBezTo>
                  <a:pt x="156227" y="63037"/>
                  <a:pt x="160321" y="54971"/>
                  <a:pt x="167820" y="52520"/>
                </a:cubicBezTo>
                <a:lnTo>
                  <a:pt x="222113" y="34790"/>
                </a:lnTo>
                <a:cubicBezTo>
                  <a:pt x="229617" y="32341"/>
                  <a:pt x="237685" y="36442"/>
                  <a:pt x="240130" y="43948"/>
                </a:cubicBezTo>
                <a:close/>
                <a:moveTo>
                  <a:pt x="203854" y="70823"/>
                </a:moveTo>
                <a:lnTo>
                  <a:pt x="248173" y="206654"/>
                </a:lnTo>
                <a:moveTo>
                  <a:pt x="259203" y="240630"/>
                </a:moveTo>
                <a:lnTo>
                  <a:pt x="272491" y="281378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854836" y="3676888"/>
            <a:ext cx="264318" cy="300165"/>
          </a:xfrm>
          <a:custGeom>
            <a:avLst/>
            <a:gdLst/>
            <a:ahLst/>
            <a:cxnLst/>
            <a:rect l="0" t="0" r="0" b="0"/>
            <a:pathLst>
              <a:path w="264318" h="300165">
                <a:moveTo>
                  <a:pt x="0" y="157162"/>
                </a:moveTo>
                <a:lnTo>
                  <a:pt x="42862" y="157162"/>
                </a:lnTo>
                <a:cubicBezTo>
                  <a:pt x="44793" y="157034"/>
                  <a:pt x="46685" y="157746"/>
                  <a:pt x="48054" y="159114"/>
                </a:cubicBezTo>
                <a:cubicBezTo>
                  <a:pt x="49422" y="160483"/>
                  <a:pt x="50133" y="162375"/>
                  <a:pt x="50006" y="164306"/>
                </a:cubicBezTo>
                <a:lnTo>
                  <a:pt x="50006" y="292893"/>
                </a:lnTo>
                <a:cubicBezTo>
                  <a:pt x="50133" y="294824"/>
                  <a:pt x="49422" y="296716"/>
                  <a:pt x="48054" y="298085"/>
                </a:cubicBezTo>
                <a:cubicBezTo>
                  <a:pt x="46685" y="299453"/>
                  <a:pt x="44793" y="300165"/>
                  <a:pt x="42862" y="300037"/>
                </a:cubicBezTo>
                <a:lnTo>
                  <a:pt x="0" y="300037"/>
                </a:lnTo>
                <a:moveTo>
                  <a:pt x="109013" y="138160"/>
                </a:moveTo>
                <a:lnTo>
                  <a:pt x="82153" y="171450"/>
                </a:lnTo>
                <a:cubicBezTo>
                  <a:pt x="78684" y="175830"/>
                  <a:pt x="73451" y="178446"/>
                  <a:pt x="67865" y="178593"/>
                </a:cubicBezTo>
                <a:lnTo>
                  <a:pt x="50006" y="178593"/>
                </a:lnTo>
                <a:moveTo>
                  <a:pt x="50006" y="264318"/>
                </a:moveTo>
                <a:cubicBezTo>
                  <a:pt x="78581" y="285750"/>
                  <a:pt x="108156" y="300037"/>
                  <a:pt x="125015" y="300037"/>
                </a:cubicBezTo>
                <a:lnTo>
                  <a:pt x="228600" y="300037"/>
                </a:lnTo>
                <a:cubicBezTo>
                  <a:pt x="239029" y="300037"/>
                  <a:pt x="245459" y="299323"/>
                  <a:pt x="250031" y="285750"/>
                </a:cubicBezTo>
                <a:cubicBezTo>
                  <a:pt x="256845" y="252737"/>
                  <a:pt x="261616" y="219337"/>
                  <a:pt x="264318" y="185737"/>
                </a:cubicBezTo>
                <a:cubicBezTo>
                  <a:pt x="264318" y="178593"/>
                  <a:pt x="257175" y="171450"/>
                  <a:pt x="242887" y="171450"/>
                </a:cubicBezTo>
                <a:lnTo>
                  <a:pt x="128587" y="171450"/>
                </a:lnTo>
                <a:moveTo>
                  <a:pt x="110728" y="150018"/>
                </a:moveTo>
                <a:lnTo>
                  <a:pt x="90582" y="8143"/>
                </a:lnTo>
                <a:cubicBezTo>
                  <a:pt x="90234" y="6100"/>
                  <a:pt x="90810" y="4007"/>
                  <a:pt x="92154" y="2428"/>
                </a:cubicBezTo>
                <a:cubicBezTo>
                  <a:pt x="93546" y="898"/>
                  <a:pt x="95514" y="18"/>
                  <a:pt x="97583" y="0"/>
                </a:cubicBezTo>
                <a:lnTo>
                  <a:pt x="196453" y="0"/>
                </a:lnTo>
                <a:moveTo>
                  <a:pt x="146446" y="171450"/>
                </a:moveTo>
                <a:lnTo>
                  <a:pt x="133016" y="36433"/>
                </a:lnTo>
                <a:cubicBezTo>
                  <a:pt x="132768" y="34391"/>
                  <a:pt x="133450" y="32345"/>
                  <a:pt x="134873" y="30861"/>
                </a:cubicBezTo>
                <a:cubicBezTo>
                  <a:pt x="136247" y="29405"/>
                  <a:pt x="138159" y="28578"/>
                  <a:pt x="140160" y="28575"/>
                </a:cubicBezTo>
                <a:lnTo>
                  <a:pt x="256032" y="28575"/>
                </a:lnTo>
                <a:cubicBezTo>
                  <a:pt x="258101" y="28593"/>
                  <a:pt x="260068" y="29473"/>
                  <a:pt x="261461" y="31003"/>
                </a:cubicBezTo>
                <a:cubicBezTo>
                  <a:pt x="262805" y="32582"/>
                  <a:pt x="263381" y="34675"/>
                  <a:pt x="263032" y="36718"/>
                </a:cubicBezTo>
                <a:lnTo>
                  <a:pt x="242887" y="171450"/>
                </a:lnTo>
                <a:moveTo>
                  <a:pt x="180165" y="103584"/>
                </a:moveTo>
                <a:cubicBezTo>
                  <a:pt x="180165" y="93720"/>
                  <a:pt x="188161" y="85725"/>
                  <a:pt x="198024" y="85725"/>
                </a:cubicBezTo>
                <a:cubicBezTo>
                  <a:pt x="207888" y="85725"/>
                  <a:pt x="215884" y="93720"/>
                  <a:pt x="215884" y="103584"/>
                </a:cubicBezTo>
                <a:cubicBezTo>
                  <a:pt x="215884" y="113447"/>
                  <a:pt x="207888" y="121443"/>
                  <a:pt x="198024" y="121443"/>
                </a:cubicBezTo>
                <a:cubicBezTo>
                  <a:pt x="188161" y="121443"/>
                  <a:pt x="180165" y="113447"/>
                  <a:pt x="180165" y="103584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52602" y="3458193"/>
            <a:ext cx="146514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Resource Limitations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9094" y="3587595"/>
            <a:ext cx="2246242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Inconsistent formats, definitions, and reporting methods.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00286" y="3657008"/>
            <a:ext cx="209972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Insufficient funding, infrastructure, or technical capacity.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67013" y="1616621"/>
            <a:ext cx="1884742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Restrictions due to commercial sensitivity of farm data.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5416" y="1743824"/>
            <a:ext cx="2865049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Limited Metadata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Contextual Information</a:t>
            </a:r>
            <a:endParaRPr sz="1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968761" y="4294822"/>
            <a:ext cx="321468" cy="321468"/>
          </a:xfrm>
          <a:custGeom>
            <a:avLst/>
            <a:gdLst/>
            <a:ahLst/>
            <a:cxnLst/>
            <a:rect l="0" t="0" r="0" b="0"/>
            <a:pathLst>
              <a:path w="321468" h="321468">
                <a:moveTo>
                  <a:pt x="180794" y="310710"/>
                </a:moveTo>
                <a:lnTo>
                  <a:pt x="274920" y="207583"/>
                </a:lnTo>
                <a:moveTo>
                  <a:pt x="0" y="210240"/>
                </a:moveTo>
                <a:lnTo>
                  <a:pt x="62064" y="148547"/>
                </a:lnTo>
                <a:cubicBezTo>
                  <a:pt x="81719" y="131513"/>
                  <a:pt x="110904" y="131513"/>
                  <a:pt x="130559" y="148547"/>
                </a:cubicBezTo>
                <a:lnTo>
                  <a:pt x="161563" y="179308"/>
                </a:lnTo>
                <a:moveTo>
                  <a:pt x="148375" y="166177"/>
                </a:moveTo>
                <a:lnTo>
                  <a:pt x="165792" y="142960"/>
                </a:lnTo>
                <a:cubicBezTo>
                  <a:pt x="171388" y="135501"/>
                  <a:pt x="180169" y="131111"/>
                  <a:pt x="189495" y="131111"/>
                </a:cubicBezTo>
                <a:cubicBezTo>
                  <a:pt x="198820" y="131111"/>
                  <a:pt x="207601" y="135501"/>
                  <a:pt x="213198" y="142960"/>
                </a:cubicBezTo>
                <a:moveTo>
                  <a:pt x="89296" y="271462"/>
                </a:moveTo>
                <a:lnTo>
                  <a:pt x="14287" y="271462"/>
                </a:lnTo>
                <a:cubicBezTo>
                  <a:pt x="6396" y="271462"/>
                  <a:pt x="0" y="265065"/>
                  <a:pt x="0" y="257175"/>
                </a:cubicBezTo>
                <a:lnTo>
                  <a:pt x="0" y="14287"/>
                </a:lnTo>
                <a:cubicBezTo>
                  <a:pt x="0" y="6396"/>
                  <a:pt x="6396" y="0"/>
                  <a:pt x="14287" y="0"/>
                </a:cubicBezTo>
                <a:lnTo>
                  <a:pt x="228600" y="0"/>
                </a:lnTo>
                <a:cubicBezTo>
                  <a:pt x="236490" y="0"/>
                  <a:pt x="242887" y="6396"/>
                  <a:pt x="242887" y="14287"/>
                </a:cubicBezTo>
                <a:lnTo>
                  <a:pt x="242887" y="162948"/>
                </a:lnTo>
                <a:moveTo>
                  <a:pt x="0" y="214312"/>
                </a:moveTo>
                <a:lnTo>
                  <a:pt x="100012" y="214312"/>
                </a:lnTo>
                <a:moveTo>
                  <a:pt x="133088" y="60979"/>
                </a:moveTo>
                <a:cubicBezTo>
                  <a:pt x="133084" y="76708"/>
                  <a:pt x="145834" y="89460"/>
                  <a:pt x="161563" y="89460"/>
                </a:cubicBezTo>
                <a:cubicBezTo>
                  <a:pt x="177292" y="89460"/>
                  <a:pt x="190041" y="76708"/>
                  <a:pt x="190038" y="60979"/>
                </a:cubicBezTo>
                <a:cubicBezTo>
                  <a:pt x="190041" y="45250"/>
                  <a:pt x="177292" y="32497"/>
                  <a:pt x="161563" y="32497"/>
                </a:cubicBezTo>
                <a:cubicBezTo>
                  <a:pt x="145834" y="32497"/>
                  <a:pt x="133084" y="45250"/>
                  <a:pt x="133088" y="60979"/>
                </a:cubicBezTo>
                <a:moveTo>
                  <a:pt x="321468" y="257175"/>
                </a:moveTo>
                <a:cubicBezTo>
                  <a:pt x="321468" y="257175"/>
                  <a:pt x="289321" y="321468"/>
                  <a:pt x="225028" y="321468"/>
                </a:cubicBezTo>
                <a:cubicBezTo>
                  <a:pt x="160734" y="321468"/>
                  <a:pt x="128587" y="257175"/>
                  <a:pt x="128587" y="257175"/>
                </a:cubicBezTo>
                <a:cubicBezTo>
                  <a:pt x="128587" y="257175"/>
                  <a:pt x="160734" y="192881"/>
                  <a:pt x="225028" y="192881"/>
                </a:cubicBezTo>
                <a:cubicBezTo>
                  <a:pt x="289321" y="192881"/>
                  <a:pt x="321468" y="257175"/>
                  <a:pt x="321468" y="257175"/>
                </a:cubicBezTo>
                <a:close/>
                <a:moveTo>
                  <a:pt x="204668" y="284535"/>
                </a:moveTo>
                <a:cubicBezTo>
                  <a:pt x="179522" y="257089"/>
                  <a:pt x="198524" y="225028"/>
                  <a:pt x="225028" y="225028"/>
                </a:cubicBezTo>
                <a:cubicBezTo>
                  <a:pt x="234238" y="225013"/>
                  <a:pt x="243010" y="228964"/>
                  <a:pt x="249102" y="235872"/>
                </a:cubicBezTo>
                <a:moveTo>
                  <a:pt x="232000" y="288564"/>
                </a:moveTo>
                <a:cubicBezTo>
                  <a:pt x="245145" y="285637"/>
                  <a:pt x="255076" y="274833"/>
                  <a:pt x="256889" y="261489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826261" y="4294822"/>
            <a:ext cx="321468" cy="321468"/>
          </a:xfrm>
          <a:custGeom>
            <a:avLst/>
            <a:gdLst/>
            <a:ahLst/>
            <a:cxnLst/>
            <a:rect l="0" t="0" r="0" b="0"/>
            <a:pathLst>
              <a:path w="321468" h="321468">
                <a:moveTo>
                  <a:pt x="0" y="0"/>
                </a:moveTo>
                <a:lnTo>
                  <a:pt x="0" y="321468"/>
                </a:lnTo>
                <a:lnTo>
                  <a:pt x="321468" y="321468"/>
                </a:lnTo>
                <a:moveTo>
                  <a:pt x="66079" y="42862"/>
                </a:moveTo>
                <a:cubicBezTo>
                  <a:pt x="63120" y="42862"/>
                  <a:pt x="60721" y="40463"/>
                  <a:pt x="60721" y="37504"/>
                </a:cubicBezTo>
                <a:cubicBezTo>
                  <a:pt x="60721" y="34545"/>
                  <a:pt x="63120" y="32146"/>
                  <a:pt x="66079" y="32146"/>
                </a:cubicBezTo>
                <a:moveTo>
                  <a:pt x="66079" y="32146"/>
                </a:moveTo>
                <a:cubicBezTo>
                  <a:pt x="69038" y="32146"/>
                  <a:pt x="71437" y="34545"/>
                  <a:pt x="71437" y="37504"/>
                </a:cubicBezTo>
                <a:cubicBezTo>
                  <a:pt x="71437" y="40463"/>
                  <a:pt x="69038" y="42862"/>
                  <a:pt x="66079" y="42862"/>
                </a:cubicBezTo>
                <a:moveTo>
                  <a:pt x="51792" y="242887"/>
                </a:moveTo>
                <a:cubicBezTo>
                  <a:pt x="48833" y="242887"/>
                  <a:pt x="46434" y="240488"/>
                  <a:pt x="46434" y="237529"/>
                </a:cubicBezTo>
                <a:cubicBezTo>
                  <a:pt x="46434" y="234570"/>
                  <a:pt x="48833" y="232171"/>
                  <a:pt x="51792" y="232171"/>
                </a:cubicBezTo>
                <a:moveTo>
                  <a:pt x="51792" y="232171"/>
                </a:moveTo>
                <a:cubicBezTo>
                  <a:pt x="54751" y="232171"/>
                  <a:pt x="57150" y="234570"/>
                  <a:pt x="57150" y="237529"/>
                </a:cubicBezTo>
                <a:cubicBezTo>
                  <a:pt x="57150" y="240488"/>
                  <a:pt x="54751" y="242887"/>
                  <a:pt x="51792" y="242887"/>
                </a:cubicBezTo>
                <a:moveTo>
                  <a:pt x="80367" y="114300"/>
                </a:moveTo>
                <a:cubicBezTo>
                  <a:pt x="77408" y="114300"/>
                  <a:pt x="75009" y="111901"/>
                  <a:pt x="75009" y="108942"/>
                </a:cubicBezTo>
                <a:cubicBezTo>
                  <a:pt x="75009" y="105983"/>
                  <a:pt x="77408" y="103584"/>
                  <a:pt x="80367" y="103584"/>
                </a:cubicBezTo>
                <a:moveTo>
                  <a:pt x="80367" y="103584"/>
                </a:moveTo>
                <a:cubicBezTo>
                  <a:pt x="83326" y="103584"/>
                  <a:pt x="85725" y="105983"/>
                  <a:pt x="85725" y="108942"/>
                </a:cubicBezTo>
                <a:cubicBezTo>
                  <a:pt x="85725" y="111901"/>
                  <a:pt x="83326" y="114300"/>
                  <a:pt x="80367" y="114300"/>
                </a:cubicBezTo>
                <a:moveTo>
                  <a:pt x="37504" y="171450"/>
                </a:moveTo>
                <a:cubicBezTo>
                  <a:pt x="34545" y="171450"/>
                  <a:pt x="32146" y="169051"/>
                  <a:pt x="32146" y="166092"/>
                </a:cubicBezTo>
                <a:cubicBezTo>
                  <a:pt x="32146" y="163133"/>
                  <a:pt x="34545" y="160734"/>
                  <a:pt x="37504" y="160734"/>
                </a:cubicBezTo>
                <a:moveTo>
                  <a:pt x="37504" y="160734"/>
                </a:moveTo>
                <a:cubicBezTo>
                  <a:pt x="40463" y="160734"/>
                  <a:pt x="42862" y="163133"/>
                  <a:pt x="42862" y="166092"/>
                </a:cubicBezTo>
                <a:cubicBezTo>
                  <a:pt x="42862" y="169051"/>
                  <a:pt x="40463" y="171450"/>
                  <a:pt x="37504" y="171450"/>
                </a:cubicBezTo>
                <a:moveTo>
                  <a:pt x="166092" y="57150"/>
                </a:moveTo>
                <a:cubicBezTo>
                  <a:pt x="163133" y="57150"/>
                  <a:pt x="160734" y="54751"/>
                  <a:pt x="160734" y="51792"/>
                </a:cubicBezTo>
                <a:cubicBezTo>
                  <a:pt x="160734" y="48833"/>
                  <a:pt x="163133" y="46434"/>
                  <a:pt x="166092" y="46434"/>
                </a:cubicBezTo>
                <a:moveTo>
                  <a:pt x="166092" y="46434"/>
                </a:moveTo>
                <a:cubicBezTo>
                  <a:pt x="169051" y="46434"/>
                  <a:pt x="171450" y="48833"/>
                  <a:pt x="171450" y="51792"/>
                </a:cubicBezTo>
                <a:cubicBezTo>
                  <a:pt x="171450" y="54751"/>
                  <a:pt x="169051" y="57150"/>
                  <a:pt x="166092" y="57150"/>
                </a:cubicBezTo>
                <a:moveTo>
                  <a:pt x="208954" y="200025"/>
                </a:moveTo>
                <a:cubicBezTo>
                  <a:pt x="205995" y="200025"/>
                  <a:pt x="203596" y="197626"/>
                  <a:pt x="203596" y="194667"/>
                </a:cubicBezTo>
                <a:cubicBezTo>
                  <a:pt x="203596" y="191708"/>
                  <a:pt x="205995" y="189309"/>
                  <a:pt x="208954" y="189309"/>
                </a:cubicBezTo>
                <a:moveTo>
                  <a:pt x="208954" y="189309"/>
                </a:moveTo>
                <a:cubicBezTo>
                  <a:pt x="211913" y="189309"/>
                  <a:pt x="214312" y="191708"/>
                  <a:pt x="214312" y="194667"/>
                </a:cubicBezTo>
                <a:cubicBezTo>
                  <a:pt x="214312" y="197626"/>
                  <a:pt x="211913" y="200025"/>
                  <a:pt x="208954" y="200025"/>
                </a:cubicBezTo>
                <a:moveTo>
                  <a:pt x="294679" y="157162"/>
                </a:moveTo>
                <a:cubicBezTo>
                  <a:pt x="291720" y="157162"/>
                  <a:pt x="289321" y="154763"/>
                  <a:pt x="289321" y="151804"/>
                </a:cubicBezTo>
                <a:cubicBezTo>
                  <a:pt x="289321" y="148845"/>
                  <a:pt x="291720" y="146446"/>
                  <a:pt x="294679" y="146446"/>
                </a:cubicBezTo>
                <a:moveTo>
                  <a:pt x="294679" y="146446"/>
                </a:moveTo>
                <a:cubicBezTo>
                  <a:pt x="297638" y="146446"/>
                  <a:pt x="300037" y="148845"/>
                  <a:pt x="300037" y="151804"/>
                </a:cubicBezTo>
                <a:cubicBezTo>
                  <a:pt x="300037" y="154763"/>
                  <a:pt x="297638" y="157162"/>
                  <a:pt x="294679" y="157162"/>
                </a:cubicBezTo>
                <a:moveTo>
                  <a:pt x="280392" y="14287"/>
                </a:moveTo>
                <a:cubicBezTo>
                  <a:pt x="277433" y="14287"/>
                  <a:pt x="275034" y="11888"/>
                  <a:pt x="275034" y="8929"/>
                </a:cubicBezTo>
                <a:cubicBezTo>
                  <a:pt x="275034" y="5970"/>
                  <a:pt x="277433" y="3571"/>
                  <a:pt x="280392" y="3571"/>
                </a:cubicBezTo>
                <a:moveTo>
                  <a:pt x="280392" y="3571"/>
                </a:moveTo>
                <a:cubicBezTo>
                  <a:pt x="283351" y="3571"/>
                  <a:pt x="285750" y="5970"/>
                  <a:pt x="285750" y="8929"/>
                </a:cubicBezTo>
                <a:cubicBezTo>
                  <a:pt x="285750" y="11888"/>
                  <a:pt x="283351" y="14287"/>
                  <a:pt x="280392" y="14287"/>
                </a:cubicBezTo>
                <a:moveTo>
                  <a:pt x="166092" y="271462"/>
                </a:moveTo>
                <a:cubicBezTo>
                  <a:pt x="163133" y="271462"/>
                  <a:pt x="160734" y="269063"/>
                  <a:pt x="160734" y="266104"/>
                </a:cubicBezTo>
                <a:cubicBezTo>
                  <a:pt x="160734" y="263145"/>
                  <a:pt x="163133" y="260746"/>
                  <a:pt x="166092" y="260746"/>
                </a:cubicBezTo>
                <a:moveTo>
                  <a:pt x="166092" y="260746"/>
                </a:moveTo>
                <a:cubicBezTo>
                  <a:pt x="169051" y="260746"/>
                  <a:pt x="171450" y="263145"/>
                  <a:pt x="171450" y="266104"/>
                </a:cubicBezTo>
                <a:cubicBezTo>
                  <a:pt x="171450" y="269063"/>
                  <a:pt x="169051" y="271462"/>
                  <a:pt x="166092" y="271462"/>
                </a:cubicBezTo>
                <a:moveTo>
                  <a:pt x="308967" y="257175"/>
                </a:moveTo>
                <a:cubicBezTo>
                  <a:pt x="306008" y="257175"/>
                  <a:pt x="303609" y="254776"/>
                  <a:pt x="303609" y="251817"/>
                </a:cubicBezTo>
                <a:cubicBezTo>
                  <a:pt x="303609" y="248858"/>
                  <a:pt x="306008" y="246459"/>
                  <a:pt x="308967" y="246459"/>
                </a:cubicBezTo>
                <a:moveTo>
                  <a:pt x="308967" y="246459"/>
                </a:moveTo>
                <a:cubicBezTo>
                  <a:pt x="311926" y="246459"/>
                  <a:pt x="314325" y="248858"/>
                  <a:pt x="314325" y="251817"/>
                </a:cubicBezTo>
                <a:cubicBezTo>
                  <a:pt x="314325" y="254776"/>
                  <a:pt x="311926" y="257175"/>
                  <a:pt x="308967" y="257175"/>
                </a:cubicBezTo>
                <a:moveTo>
                  <a:pt x="237529" y="85725"/>
                </a:moveTo>
                <a:cubicBezTo>
                  <a:pt x="234570" y="85725"/>
                  <a:pt x="232171" y="83326"/>
                  <a:pt x="232171" y="80367"/>
                </a:cubicBezTo>
                <a:cubicBezTo>
                  <a:pt x="232171" y="77408"/>
                  <a:pt x="234570" y="75009"/>
                  <a:pt x="237529" y="75009"/>
                </a:cubicBezTo>
                <a:moveTo>
                  <a:pt x="237529" y="75009"/>
                </a:moveTo>
                <a:cubicBezTo>
                  <a:pt x="240488" y="75009"/>
                  <a:pt x="242887" y="77408"/>
                  <a:pt x="242887" y="80367"/>
                </a:cubicBezTo>
                <a:cubicBezTo>
                  <a:pt x="242887" y="83326"/>
                  <a:pt x="240488" y="85725"/>
                  <a:pt x="237529" y="85725"/>
                </a:cubicBezTo>
                <a:moveTo>
                  <a:pt x="137517" y="171450"/>
                </a:moveTo>
                <a:cubicBezTo>
                  <a:pt x="134558" y="171450"/>
                  <a:pt x="132159" y="169051"/>
                  <a:pt x="132159" y="166092"/>
                </a:cubicBezTo>
                <a:cubicBezTo>
                  <a:pt x="132159" y="163133"/>
                  <a:pt x="134558" y="160734"/>
                  <a:pt x="137517" y="160734"/>
                </a:cubicBezTo>
                <a:moveTo>
                  <a:pt x="137517" y="160734"/>
                </a:moveTo>
                <a:cubicBezTo>
                  <a:pt x="140476" y="160734"/>
                  <a:pt x="142875" y="163133"/>
                  <a:pt x="142875" y="166092"/>
                </a:cubicBezTo>
                <a:cubicBezTo>
                  <a:pt x="142875" y="169051"/>
                  <a:pt x="140476" y="171450"/>
                  <a:pt x="137517" y="1714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06041" y="1194886"/>
            <a:ext cx="100668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Confidentiality
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onstraints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5233" y="4292210"/>
            <a:ext cx="1337200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Limited Resolution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Variable Scope</a:t>
            </a:r>
            <a:endParaRPr sz="1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965172" y="697332"/>
            <a:ext cx="523701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Challenges in publicly available salmon aquaculture data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610459" y="4312323"/>
            <a:ext cx="131927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Uneven Availability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302" y="4661542"/>
            <a:ext cx="2043699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Insufficient detail and limited range of variables.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602631" y="4496989"/>
            <a:ext cx="184039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Variation in data availability across regions or systems.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258554" y="4933354"/>
            <a:ext cx="313382" cy="299528"/>
          </a:xfrm>
          <a:custGeom>
            <a:avLst/>
            <a:gdLst/>
            <a:ahLst/>
            <a:cxnLst/>
            <a:rect l="0" t="0" r="0" b="0"/>
            <a:pathLst>
              <a:path w="313382" h="299528">
                <a:moveTo>
                  <a:pt x="0" y="299528"/>
                </a:moveTo>
                <a:lnTo>
                  <a:pt x="96754" y="255765"/>
                </a:lnTo>
                <a:lnTo>
                  <a:pt x="96754" y="255765"/>
                </a:lnTo>
                <a:cubicBezTo>
                  <a:pt x="113012" y="266391"/>
                  <a:pt x="132828" y="270112"/>
                  <a:pt x="151833" y="266109"/>
                </a:cubicBezTo>
                <a:lnTo>
                  <a:pt x="236443" y="248336"/>
                </a:lnTo>
                <a:moveTo>
                  <a:pt x="155105" y="76357"/>
                </a:moveTo>
                <a:lnTo>
                  <a:pt x="176693" y="34095"/>
                </a:lnTo>
                <a:cubicBezTo>
                  <a:pt x="176979" y="33523"/>
                  <a:pt x="177250" y="32937"/>
                  <a:pt x="177479" y="32337"/>
                </a:cubicBezTo>
                <a:cubicBezTo>
                  <a:pt x="181395" y="22609"/>
                  <a:pt x="177891" y="11469"/>
                  <a:pt x="169111" y="5734"/>
                </a:cubicBezTo>
                <a:cubicBezTo>
                  <a:pt x="160332" y="0"/>
                  <a:pt x="148723" y="1268"/>
                  <a:pt x="141389" y="8763"/>
                </a:cubicBezTo>
                <a:lnTo>
                  <a:pt x="75552" y="75914"/>
                </a:lnTo>
                <a:cubicBezTo>
                  <a:pt x="59468" y="92403"/>
                  <a:pt x="50712" y="114680"/>
                  <a:pt x="51263" y="137708"/>
                </a:cubicBezTo>
                <a:lnTo>
                  <a:pt x="51077" y="137393"/>
                </a:lnTo>
                <a:lnTo>
                  <a:pt x="0" y="162282"/>
                </a:lnTo>
                <a:moveTo>
                  <a:pt x="232114" y="244549"/>
                </a:moveTo>
                <a:cubicBezTo>
                  <a:pt x="190515" y="262277"/>
                  <a:pt x="142201" y="247118"/>
                  <a:pt x="118186" y="208803"/>
                </a:cubicBezTo>
                <a:cubicBezTo>
                  <a:pt x="94170" y="170488"/>
                  <a:pt x="101587" y="120397"/>
                  <a:pt x="135675" y="90685"/>
                </a:cubicBezTo>
                <a:cubicBezTo>
                  <a:pt x="169763" y="60974"/>
                  <a:pt x="220397" y="60465"/>
                  <a:pt x="255074" y="89487"/>
                </a:cubicBezTo>
                <a:moveTo>
                  <a:pt x="167520" y="115733"/>
                </a:moveTo>
                <a:lnTo>
                  <a:pt x="197238" y="156524"/>
                </a:lnTo>
                <a:moveTo>
                  <a:pt x="224713" y="72628"/>
                </a:moveTo>
                <a:lnTo>
                  <a:pt x="241587" y="27465"/>
                </a:lnTo>
                <a:moveTo>
                  <a:pt x="226899" y="21993"/>
                </a:moveTo>
                <a:lnTo>
                  <a:pt x="258546" y="33809"/>
                </a:lnTo>
                <a:moveTo>
                  <a:pt x="273248" y="123306"/>
                </a:moveTo>
                <a:lnTo>
                  <a:pt x="291950" y="123306"/>
                </a:lnTo>
                <a:cubicBezTo>
                  <a:pt x="291950" y="123306"/>
                  <a:pt x="313382" y="123306"/>
                  <a:pt x="313382" y="144737"/>
                </a:cubicBezTo>
                <a:lnTo>
                  <a:pt x="313382" y="144737"/>
                </a:lnTo>
                <a:cubicBezTo>
                  <a:pt x="313382" y="144737"/>
                  <a:pt x="313382" y="166168"/>
                  <a:pt x="291950" y="166168"/>
                </a:cubicBezTo>
                <a:lnTo>
                  <a:pt x="273248" y="166168"/>
                </a:lnTo>
                <a:cubicBezTo>
                  <a:pt x="273248" y="166168"/>
                  <a:pt x="251817" y="166168"/>
                  <a:pt x="251817" y="144737"/>
                </a:cubicBezTo>
                <a:lnTo>
                  <a:pt x="251817" y="144737"/>
                </a:lnTo>
                <a:cubicBezTo>
                  <a:pt x="251817" y="144737"/>
                  <a:pt x="251817" y="123306"/>
                  <a:pt x="273248" y="123306"/>
                </a:cubicBezTo>
                <a:moveTo>
                  <a:pt x="273248" y="80443"/>
                </a:moveTo>
                <a:lnTo>
                  <a:pt x="291950" y="80443"/>
                </a:lnTo>
                <a:cubicBezTo>
                  <a:pt x="291950" y="80443"/>
                  <a:pt x="313382" y="80443"/>
                  <a:pt x="313382" y="101874"/>
                </a:cubicBezTo>
                <a:lnTo>
                  <a:pt x="313382" y="101874"/>
                </a:lnTo>
                <a:cubicBezTo>
                  <a:pt x="313382" y="101874"/>
                  <a:pt x="313382" y="123306"/>
                  <a:pt x="291950" y="123306"/>
                </a:cubicBezTo>
                <a:lnTo>
                  <a:pt x="273248" y="123306"/>
                </a:lnTo>
                <a:cubicBezTo>
                  <a:pt x="273248" y="123306"/>
                  <a:pt x="251817" y="123306"/>
                  <a:pt x="251817" y="101874"/>
                </a:cubicBezTo>
                <a:lnTo>
                  <a:pt x="251817" y="101874"/>
                </a:lnTo>
                <a:cubicBezTo>
                  <a:pt x="251817" y="101874"/>
                  <a:pt x="251817" y="80443"/>
                  <a:pt x="273248" y="80443"/>
                </a:cubicBezTo>
                <a:moveTo>
                  <a:pt x="273248" y="166168"/>
                </a:moveTo>
                <a:lnTo>
                  <a:pt x="291950" y="166168"/>
                </a:lnTo>
                <a:cubicBezTo>
                  <a:pt x="291950" y="166168"/>
                  <a:pt x="313382" y="166168"/>
                  <a:pt x="313382" y="187599"/>
                </a:cubicBezTo>
                <a:lnTo>
                  <a:pt x="313382" y="187599"/>
                </a:lnTo>
                <a:cubicBezTo>
                  <a:pt x="313382" y="187599"/>
                  <a:pt x="313382" y="209031"/>
                  <a:pt x="291950" y="209031"/>
                </a:cubicBezTo>
                <a:lnTo>
                  <a:pt x="273248" y="209031"/>
                </a:lnTo>
                <a:cubicBezTo>
                  <a:pt x="273248" y="209031"/>
                  <a:pt x="251817" y="209031"/>
                  <a:pt x="251817" y="187599"/>
                </a:cubicBezTo>
                <a:lnTo>
                  <a:pt x="251817" y="187599"/>
                </a:lnTo>
                <a:cubicBezTo>
                  <a:pt x="251817" y="187599"/>
                  <a:pt x="251817" y="166168"/>
                  <a:pt x="273248" y="166168"/>
                </a:cubicBezTo>
                <a:moveTo>
                  <a:pt x="248245" y="209031"/>
                </a:moveTo>
                <a:lnTo>
                  <a:pt x="266076" y="209031"/>
                </a:lnTo>
                <a:cubicBezTo>
                  <a:pt x="266076" y="209031"/>
                  <a:pt x="287507" y="209031"/>
                  <a:pt x="287507" y="230462"/>
                </a:cubicBezTo>
                <a:lnTo>
                  <a:pt x="287507" y="230462"/>
                </a:lnTo>
                <a:cubicBezTo>
                  <a:pt x="287507" y="230462"/>
                  <a:pt x="287507" y="251893"/>
                  <a:pt x="266076" y="251893"/>
                </a:cubicBezTo>
                <a:lnTo>
                  <a:pt x="248245" y="251893"/>
                </a:lnTo>
                <a:cubicBezTo>
                  <a:pt x="248245" y="251893"/>
                  <a:pt x="226814" y="251893"/>
                  <a:pt x="226814" y="230462"/>
                </a:cubicBezTo>
                <a:lnTo>
                  <a:pt x="226814" y="230462"/>
                </a:lnTo>
                <a:cubicBezTo>
                  <a:pt x="226814" y="230462"/>
                  <a:pt x="226814" y="209031"/>
                  <a:pt x="248245" y="209031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529796" y="4912757"/>
            <a:ext cx="333531" cy="334058"/>
          </a:xfrm>
          <a:custGeom>
            <a:avLst/>
            <a:gdLst/>
            <a:ahLst/>
            <a:cxnLst/>
            <a:rect l="0" t="0" r="0" b="0"/>
            <a:pathLst>
              <a:path w="333531" h="334058">
                <a:moveTo>
                  <a:pt x="229237" y="319158"/>
                </a:moveTo>
                <a:cubicBezTo>
                  <a:pt x="278610" y="319158"/>
                  <a:pt x="318635" y="279133"/>
                  <a:pt x="318635" y="229760"/>
                </a:cubicBezTo>
                <a:cubicBezTo>
                  <a:pt x="318635" y="180385"/>
                  <a:pt x="278610" y="140360"/>
                  <a:pt x="229237" y="140360"/>
                </a:cubicBezTo>
                <a:cubicBezTo>
                  <a:pt x="179863" y="140360"/>
                  <a:pt x="139838" y="180385"/>
                  <a:pt x="139838" y="229760"/>
                </a:cubicBezTo>
                <a:cubicBezTo>
                  <a:pt x="139838" y="279133"/>
                  <a:pt x="179863" y="319158"/>
                  <a:pt x="229237" y="319158"/>
                </a:cubicBezTo>
                <a:close/>
                <a:moveTo>
                  <a:pt x="0" y="0"/>
                </a:moveTo>
                <a:moveTo>
                  <a:pt x="292409" y="292935"/>
                </a:moveTo>
                <a:lnTo>
                  <a:pt x="333531" y="334058"/>
                </a:lnTo>
                <a:moveTo>
                  <a:pt x="229241" y="236316"/>
                </a:moveTo>
                <a:cubicBezTo>
                  <a:pt x="225619" y="236316"/>
                  <a:pt x="222683" y="233380"/>
                  <a:pt x="222683" y="229760"/>
                </a:cubicBezTo>
                <a:cubicBezTo>
                  <a:pt x="222683" y="226138"/>
                  <a:pt x="225619" y="223203"/>
                  <a:pt x="229241" y="223203"/>
                </a:cubicBezTo>
                <a:moveTo>
                  <a:pt x="229244" y="223203"/>
                </a:moveTo>
                <a:cubicBezTo>
                  <a:pt x="232866" y="223203"/>
                  <a:pt x="235800" y="226138"/>
                  <a:pt x="235800" y="229760"/>
                </a:cubicBezTo>
                <a:cubicBezTo>
                  <a:pt x="235800" y="233380"/>
                  <a:pt x="232866" y="236316"/>
                  <a:pt x="229244" y="236316"/>
                </a:cubicBezTo>
                <a:moveTo>
                  <a:pt x="176494" y="236316"/>
                </a:moveTo>
                <a:cubicBezTo>
                  <a:pt x="172873" y="236316"/>
                  <a:pt x="169938" y="233380"/>
                  <a:pt x="169938" y="229760"/>
                </a:cubicBezTo>
                <a:cubicBezTo>
                  <a:pt x="169938" y="226138"/>
                  <a:pt x="172873" y="223203"/>
                  <a:pt x="176494" y="223203"/>
                </a:cubicBezTo>
                <a:moveTo>
                  <a:pt x="176497" y="223203"/>
                </a:moveTo>
                <a:cubicBezTo>
                  <a:pt x="180119" y="223203"/>
                  <a:pt x="183055" y="226138"/>
                  <a:pt x="183055" y="229760"/>
                </a:cubicBezTo>
                <a:cubicBezTo>
                  <a:pt x="183055" y="233380"/>
                  <a:pt x="180119" y="236316"/>
                  <a:pt x="176497" y="236316"/>
                </a:cubicBezTo>
                <a:moveTo>
                  <a:pt x="281986" y="236316"/>
                </a:moveTo>
                <a:cubicBezTo>
                  <a:pt x="278366" y="236316"/>
                  <a:pt x="275430" y="233380"/>
                  <a:pt x="275430" y="229760"/>
                </a:cubicBezTo>
                <a:cubicBezTo>
                  <a:pt x="275430" y="226138"/>
                  <a:pt x="278366" y="223203"/>
                  <a:pt x="281986" y="223203"/>
                </a:cubicBezTo>
                <a:moveTo>
                  <a:pt x="281990" y="223203"/>
                </a:moveTo>
                <a:cubicBezTo>
                  <a:pt x="285611" y="223203"/>
                  <a:pt x="288547" y="226138"/>
                  <a:pt x="288547" y="229760"/>
                </a:cubicBezTo>
                <a:cubicBezTo>
                  <a:pt x="288547" y="233380"/>
                  <a:pt x="285611" y="236316"/>
                  <a:pt x="281990" y="236316"/>
                </a:cubicBezTo>
                <a:moveTo>
                  <a:pt x="200997" y="276060"/>
                </a:moveTo>
                <a:cubicBezTo>
                  <a:pt x="197376" y="276060"/>
                  <a:pt x="194440" y="273124"/>
                  <a:pt x="194440" y="269503"/>
                </a:cubicBezTo>
                <a:cubicBezTo>
                  <a:pt x="194440" y="265881"/>
                  <a:pt x="197376" y="262945"/>
                  <a:pt x="200997" y="262945"/>
                </a:cubicBezTo>
                <a:moveTo>
                  <a:pt x="200993" y="262945"/>
                </a:moveTo>
                <a:cubicBezTo>
                  <a:pt x="204615" y="262945"/>
                  <a:pt x="207550" y="265881"/>
                  <a:pt x="207550" y="269503"/>
                </a:cubicBezTo>
                <a:cubicBezTo>
                  <a:pt x="207550" y="273124"/>
                  <a:pt x="204615" y="276060"/>
                  <a:pt x="200993" y="276060"/>
                </a:cubicBezTo>
                <a:moveTo>
                  <a:pt x="200997" y="196573"/>
                </a:moveTo>
                <a:cubicBezTo>
                  <a:pt x="197376" y="196573"/>
                  <a:pt x="194440" y="193638"/>
                  <a:pt x="194440" y="190016"/>
                </a:cubicBezTo>
                <a:cubicBezTo>
                  <a:pt x="194440" y="186394"/>
                  <a:pt x="197376" y="183460"/>
                  <a:pt x="200997" y="183460"/>
                </a:cubicBezTo>
                <a:moveTo>
                  <a:pt x="200993" y="183460"/>
                </a:moveTo>
                <a:cubicBezTo>
                  <a:pt x="204615" y="183460"/>
                  <a:pt x="207550" y="186394"/>
                  <a:pt x="207550" y="190016"/>
                </a:cubicBezTo>
                <a:cubicBezTo>
                  <a:pt x="207550" y="193638"/>
                  <a:pt x="204615" y="196573"/>
                  <a:pt x="200993" y="196573"/>
                </a:cubicBezTo>
                <a:moveTo>
                  <a:pt x="257477" y="276060"/>
                </a:moveTo>
                <a:cubicBezTo>
                  <a:pt x="253856" y="276060"/>
                  <a:pt x="250921" y="273124"/>
                  <a:pt x="250921" y="269503"/>
                </a:cubicBezTo>
                <a:cubicBezTo>
                  <a:pt x="250921" y="265881"/>
                  <a:pt x="253856" y="262945"/>
                  <a:pt x="257477" y="262945"/>
                </a:cubicBezTo>
                <a:moveTo>
                  <a:pt x="257479" y="262945"/>
                </a:moveTo>
                <a:cubicBezTo>
                  <a:pt x="261101" y="262945"/>
                  <a:pt x="264035" y="265881"/>
                  <a:pt x="264035" y="269503"/>
                </a:cubicBezTo>
                <a:cubicBezTo>
                  <a:pt x="264035" y="273124"/>
                  <a:pt x="261101" y="276060"/>
                  <a:pt x="257479" y="276060"/>
                </a:cubicBezTo>
                <a:moveTo>
                  <a:pt x="257477" y="196573"/>
                </a:moveTo>
                <a:cubicBezTo>
                  <a:pt x="253856" y="196573"/>
                  <a:pt x="250921" y="193638"/>
                  <a:pt x="250921" y="190016"/>
                </a:cubicBezTo>
                <a:cubicBezTo>
                  <a:pt x="250921" y="186394"/>
                  <a:pt x="253856" y="183460"/>
                  <a:pt x="257477" y="183460"/>
                </a:cubicBezTo>
                <a:moveTo>
                  <a:pt x="257479" y="183460"/>
                </a:moveTo>
                <a:cubicBezTo>
                  <a:pt x="261101" y="183460"/>
                  <a:pt x="264035" y="186394"/>
                  <a:pt x="264035" y="190016"/>
                </a:cubicBezTo>
                <a:cubicBezTo>
                  <a:pt x="264035" y="193638"/>
                  <a:pt x="261101" y="196573"/>
                  <a:pt x="257479" y="196573"/>
                </a:cubicBezTo>
                <a:moveTo>
                  <a:pt x="124766" y="133908"/>
                </a:moveTo>
                <a:cubicBezTo>
                  <a:pt x="157949" y="133908"/>
                  <a:pt x="184848" y="107008"/>
                  <a:pt x="184848" y="73825"/>
                </a:cubicBezTo>
                <a:cubicBezTo>
                  <a:pt x="184848" y="40643"/>
                  <a:pt x="157949" y="13743"/>
                  <a:pt x="124766" y="13743"/>
                </a:cubicBezTo>
                <a:cubicBezTo>
                  <a:pt x="91584" y="13743"/>
                  <a:pt x="64684" y="40643"/>
                  <a:pt x="64684" y="73825"/>
                </a:cubicBezTo>
                <a:cubicBezTo>
                  <a:pt x="64684" y="107008"/>
                  <a:pt x="91584" y="133908"/>
                  <a:pt x="124766" y="133908"/>
                </a:cubicBezTo>
                <a:close/>
                <a:moveTo>
                  <a:pt x="133971" y="302139"/>
                </a:moveTo>
                <a:lnTo>
                  <a:pt x="16617" y="302139"/>
                </a:lnTo>
                <a:lnTo>
                  <a:pt x="16617" y="289108"/>
                </a:lnTo>
                <a:cubicBezTo>
                  <a:pt x="16808" y="270790"/>
                  <a:pt x="21639" y="252820"/>
                  <a:pt x="30659" y="236875"/>
                </a:cubicBezTo>
                <a:cubicBezTo>
                  <a:pt x="39678" y="220930"/>
                  <a:pt x="52592" y="207531"/>
                  <a:pt x="68194" y="197930"/>
                </a:cubicBezTo>
                <a:cubicBezTo>
                  <a:pt x="83795" y="188330"/>
                  <a:pt x="101576" y="182840"/>
                  <a:pt x="119874" y="181974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69207" y="5320427"/>
            <a:ext cx="9698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Reporting Lag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19154" y="5566635"/>
            <a:ext cx="25673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collected for monitoring may not meet research needs.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33482" y="5533540"/>
            <a:ext cx="1689807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Delays between data collection and public release.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19154" y="5311385"/>
            <a:ext cx="218329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Mismatch with Research Needs</a:t>
            </a:r>
          </a:p>
        </p:txBody>
      </p:sp>
      <p:pic>
        <p:nvPicPr>
          <p:cNvPr id="1026" name="Picture 2" descr="Challenges - Free business and finance icons">
            <a:extLst>
              <a:ext uri="{FF2B5EF4-FFF2-40B4-BE49-F238E27FC236}">
                <a16:creationId xmlns:a16="http://schemas.microsoft.com/office/drawing/2014/main" id="{7DEC5ECB-4895-76F3-5158-7438F2F38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772" y="3624264"/>
            <a:ext cx="810618" cy="81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141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 Jyoti</dc:creator>
  <cp:keywords/>
  <dc:description>generated using python-pptx</dc:description>
  <cp:lastModifiedBy>Sumit Jyoti</cp:lastModifiedBy>
  <cp:revision>3</cp:revision>
  <dcterms:created xsi:type="dcterms:W3CDTF">2013-01-27T09:14:16Z</dcterms:created>
  <dcterms:modified xsi:type="dcterms:W3CDTF">2026-03-17T14:58:33Z</dcterms:modified>
  <cp:category/>
</cp:coreProperties>
</file>